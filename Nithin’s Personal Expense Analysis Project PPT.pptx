
<file path=[Content_Types].xml><?xml version="1.0" encoding="utf-8"?>
<Types xmlns="http://schemas.openxmlformats.org/package/2006/content-types">
  <Override PartName="/ppt/notesSlides/notesSlide2.xml" ContentType="application/vnd.openxmlformats-officedocument.presentationml.notesSlide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diagrams/layout9.xml" ContentType="application/vnd.openxmlformats-officedocument.drawingml.diagram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diagrams/layout7.xml" ContentType="application/vnd.openxmlformats-officedocument.drawingml.diagramLayout+xml"/>
  <Override PartName="/ppt/diagrams/data8.xml" ContentType="application/vnd.openxmlformats-officedocument.drawingml.diagramData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colors8.xml" ContentType="application/vnd.openxmlformats-officedocument.drawingml.diagramColors+xml"/>
  <Override PartName="/ppt/diagrams/drawing9.xml" ContentType="application/vnd.ms-office.drawingml.diagramDrawing+xml"/>
  <Override PartName="/ppt/diagrams/layout1.xml" ContentType="application/vnd.openxmlformats-officedocument.drawingml.diagramLayout+xml"/>
  <Default Extension="xlsx" ContentType="application/vnd.openxmlformats-officedocument.spreadsheetml.sheet"/>
  <Override PartName="/ppt/diagrams/data2.xml" ContentType="application/vnd.openxmlformats-officedocument.drawingml.diagramData+xml"/>
  <Override PartName="/ppt/charts/chart3.xml" ContentType="application/vnd.openxmlformats-officedocument.drawingml.chart+xml"/>
  <Override PartName="/ppt/diagrams/colors6.xml" ContentType="application/vnd.openxmlformats-officedocument.drawingml.diagramColors+xml"/>
  <Override PartName="/ppt/diagrams/drawing7.xml" ContentType="application/vnd.ms-office.drawingml.diagramDrawing+xml"/>
  <Override PartName="/ppt/diagrams/quickStyle9.xml" ContentType="application/vnd.openxmlformats-officedocument.drawingml.diagramStyl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diagrams/colors4.xml" ContentType="application/vnd.openxmlformats-officedocument.drawingml.diagramColors+xml"/>
  <Override PartName="/ppt/diagrams/drawing5.xml" ContentType="application/vnd.ms-office.drawingml.diagramDrawing+xml"/>
  <Override PartName="/ppt/diagrams/quickStyle7.xml" ContentType="application/vnd.openxmlformats-officedocument.drawingml.diagramStyle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diagrams/quickStyle5.xml" ContentType="application/vnd.openxmlformats-officedocument.drawingml.diagramStyl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diagrams/layout8.xml" ContentType="application/vnd.openxmlformats-officedocument.drawingml.diagram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Default Extension="wav" ContentType="audio/wav"/>
  <Override PartName="/ppt/diagrams/layout6.xml" ContentType="application/vnd.openxmlformats-officedocument.drawingml.diagramLayout+xml"/>
  <Override PartName="/ppt/diagrams/data9.xml" ContentType="application/vnd.openxmlformats-officedocument.drawingml.diagramData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diagrams/layout4.xml" ContentType="application/vnd.openxmlformats-officedocument.drawingml.diagramLayout+xml"/>
  <Override PartName="/ppt/diagrams/data7.xml" ContentType="application/vnd.openxmlformats-officedocument.drawingml.diagramData+xml"/>
  <Override PartName="/ppt/diagrams/colors9.xml" ContentType="application/vnd.openxmlformats-officedocument.drawingml.diagramColors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data5.xml" ContentType="application/vnd.openxmlformats-officedocument.drawingml.diagramData+xml"/>
  <Override PartName="/ppt/diagrams/colors7.xml" ContentType="application/vnd.openxmlformats-officedocument.drawingml.diagramColors+xml"/>
  <Override PartName="/ppt/diagrams/drawing8.xml" ContentType="application/vnd.ms-office.drawingml.diagramDrawing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drawing6.xml" ContentType="application/vnd.ms-office.drawingml.diagramDrawing+xml"/>
  <Override PartName="/ppt/charts/chart4.xml" ContentType="application/vnd.openxmlformats-officedocument.drawingml.chart+xml"/>
  <Override PartName="/ppt/diagrams/quickStyle8.xml" ContentType="application/vnd.openxmlformats-officedocument.drawingml.diagramStyl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drawing4.xml" ContentType="application/vnd.ms-office.drawingml.diagramDrawing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diagrams/quickStyle6.xml" ContentType="application/vnd.openxmlformats-officedocument.drawingml.diagramStyl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9"/>
  </p:notesMasterIdLst>
  <p:handoutMasterIdLst>
    <p:handoutMasterId r:id="rId20"/>
  </p:handoutMasterIdLst>
  <p:sldIdLst>
    <p:sldId id="256" r:id="rId2"/>
    <p:sldId id="270" r:id="rId3"/>
    <p:sldId id="273" r:id="rId4"/>
    <p:sldId id="274" r:id="rId5"/>
    <p:sldId id="275" r:id="rId6"/>
    <p:sldId id="257" r:id="rId7"/>
    <p:sldId id="258" r:id="rId8"/>
    <p:sldId id="259" r:id="rId9"/>
    <p:sldId id="260" r:id="rId10"/>
    <p:sldId id="264" r:id="rId11"/>
    <p:sldId id="272" r:id="rId12"/>
    <p:sldId id="265" r:id="rId13"/>
    <p:sldId id="266" r:id="rId14"/>
    <p:sldId id="267" r:id="rId15"/>
    <p:sldId id="263" r:id="rId16"/>
    <p:sldId id="268" r:id="rId17"/>
    <p:sldId id="269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</p:showPr>
  <p:clrMru>
    <a:srgbClr val="FF99CC"/>
    <a:srgbClr val="C3AE45"/>
    <a:srgbClr val="FF7C80"/>
    <a:srgbClr val="F395D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-2692" y="-84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Expenses</c:v>
                </c:pt>
              </c:strCache>
            </c:strRef>
          </c:tx>
          <c:spPr>
            <a:solidFill>
              <a:srgbClr val="FF7C80"/>
            </a:solidFill>
          </c:spPr>
          <c:dLbls>
            <c:showVal val="1"/>
          </c:dLbls>
          <c:cat>
            <c:strRef>
              <c:f>Sheet1!$A$2:$A$8</c:f>
              <c:strCache>
                <c:ptCount val="7"/>
                <c:pt idx="0">
                  <c:v>Grocery</c:v>
                </c:pt>
                <c:pt idx="1">
                  <c:v>Food</c:v>
                </c:pt>
                <c:pt idx="2">
                  <c:v>Entertainment</c:v>
                </c:pt>
                <c:pt idx="3">
                  <c:v>Doctor and Medicine</c:v>
                </c:pt>
                <c:pt idx="4">
                  <c:v>Ticket and Bills</c:v>
                </c:pt>
                <c:pt idx="5">
                  <c:v>Miscellaneous</c:v>
                </c:pt>
                <c:pt idx="6">
                  <c:v>Shopping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4690</c:v>
                </c:pt>
                <c:pt idx="1">
                  <c:v>850</c:v>
                </c:pt>
                <c:pt idx="2">
                  <c:v>1000</c:v>
                </c:pt>
                <c:pt idx="3">
                  <c:v>450</c:v>
                </c:pt>
                <c:pt idx="4">
                  <c:v>2570</c:v>
                </c:pt>
                <c:pt idx="5">
                  <c:v>500</c:v>
                </c:pt>
                <c:pt idx="6">
                  <c:v>3500</c:v>
                </c:pt>
              </c:numCache>
            </c:numRef>
          </c:val>
        </c:ser>
        <c:axId val="120906112"/>
        <c:axId val="120907648"/>
      </c:barChart>
      <c:catAx>
        <c:axId val="120906112"/>
        <c:scaling>
          <c:orientation val="minMax"/>
        </c:scaling>
        <c:axPos val="b"/>
        <c:tickLblPos val="nextTo"/>
        <c:crossAx val="120907648"/>
        <c:crosses val="autoZero"/>
        <c:auto val="1"/>
        <c:lblAlgn val="ctr"/>
        <c:lblOffset val="100"/>
      </c:catAx>
      <c:valAx>
        <c:axId val="120907648"/>
        <c:scaling>
          <c:orientation val="minMax"/>
        </c:scaling>
        <c:axPos val="l"/>
        <c:majorGridlines/>
        <c:numFmt formatCode="General" sourceLinked="1"/>
        <c:tickLblPos val="nextTo"/>
        <c:crossAx val="120906112"/>
        <c:crosses val="autoZero"/>
        <c:crossBetween val="between"/>
      </c:valAx>
    </c:plotArea>
    <c:legend>
      <c:legendPos val="r"/>
      <c:layout/>
      <c:spPr>
        <a:ln>
          <a:solidFill>
            <a:srgbClr val="FFC000"/>
          </a:solidFill>
        </a:ln>
      </c:spPr>
    </c:legend>
    <c:plotVisOnly val="1"/>
  </c:chart>
  <c:txPr>
    <a:bodyPr/>
    <a:lstStyle/>
    <a:p>
      <a:pPr>
        <a:defRPr sz="1800" baseline="0">
          <a:solidFill>
            <a:schemeClr val="bg1"/>
          </a:solidFill>
        </a:defRPr>
      </a:pPr>
      <a:endParaRPr lang="en-US"/>
    </a:p>
  </c:tx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6"/>
  <c:chart>
    <c:title>
      <c:tx>
        <c:rich>
          <a:bodyPr/>
          <a:lstStyle/>
          <a:p>
            <a:pPr>
              <a:defRPr/>
            </a:pPr>
            <a:r>
              <a:rPr lang="en-US"/>
              <a:t>Percentage Split</a:t>
            </a:r>
          </a:p>
        </c:rich>
      </c:tx>
      <c:layout/>
    </c:title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Lbls>
            <c:showPercent val="1"/>
            <c:showLeaderLines val="1"/>
          </c:dLbls>
          <c:cat>
            <c:strRef>
              <c:f>Sheet1!$A$2:$A$8</c:f>
              <c:strCache>
                <c:ptCount val="7"/>
                <c:pt idx="0">
                  <c:v>Doctor and Medicine</c:v>
                </c:pt>
                <c:pt idx="1">
                  <c:v>Entertainment</c:v>
                </c:pt>
                <c:pt idx="2">
                  <c:v>Food</c:v>
                </c:pt>
                <c:pt idx="3">
                  <c:v>Grocery</c:v>
                </c:pt>
                <c:pt idx="4">
                  <c:v>Miscellaneous</c:v>
                </c:pt>
                <c:pt idx="5">
                  <c:v>Shopping</c:v>
                </c:pt>
                <c:pt idx="6">
                  <c:v>Ticket and Bills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450</c:v>
                </c:pt>
                <c:pt idx="1">
                  <c:v>1000</c:v>
                </c:pt>
                <c:pt idx="2">
                  <c:v>850</c:v>
                </c:pt>
                <c:pt idx="3">
                  <c:v>4690</c:v>
                </c:pt>
                <c:pt idx="4">
                  <c:v>500</c:v>
                </c:pt>
                <c:pt idx="5">
                  <c:v>3500</c:v>
                </c:pt>
                <c:pt idx="6">
                  <c:v>2570</c:v>
                </c:pt>
              </c:numCache>
            </c:numRef>
          </c:val>
        </c:ser>
        <c:dLbls>
          <c:showPercent val="1"/>
        </c:dLbls>
        <c:firstSliceAng val="0"/>
      </c:pieChart>
    </c:plotArea>
    <c:legend>
      <c:legendPos val="r"/>
      <c:layout>
        <c:manualLayout>
          <c:xMode val="edge"/>
          <c:yMode val="edge"/>
          <c:x val="0.64365572227999801"/>
          <c:y val="0.20229816284401794"/>
          <c:w val="0.33747635319170011"/>
          <c:h val="0.75917766009134413"/>
        </c:manualLayout>
      </c:layout>
    </c:legend>
    <c:plotVisOnly val="1"/>
  </c:chart>
  <c:txPr>
    <a:bodyPr/>
    <a:lstStyle/>
    <a:p>
      <a:pPr>
        <a:defRPr sz="1800"/>
      </a:pPr>
      <a:endParaRPr lang="en-US"/>
    </a:p>
  </c:tx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Lbls>
            <c:showPercent val="1"/>
            <c:showLeaderLines val="1"/>
          </c:dLbls>
          <c:cat>
            <c:strRef>
              <c:f>Sheet1!$A$2:$A$8</c:f>
              <c:strCache>
                <c:ptCount val="7"/>
                <c:pt idx="0">
                  <c:v>Doctor and Medicine</c:v>
                </c:pt>
                <c:pt idx="1">
                  <c:v>Entertainment</c:v>
                </c:pt>
                <c:pt idx="2">
                  <c:v>Food</c:v>
                </c:pt>
                <c:pt idx="3">
                  <c:v>Grocery</c:v>
                </c:pt>
                <c:pt idx="4">
                  <c:v>Miscellaneous</c:v>
                </c:pt>
                <c:pt idx="5">
                  <c:v>Shopping</c:v>
                </c:pt>
                <c:pt idx="6">
                  <c:v>Ticket and Bills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4000</c:v>
                </c:pt>
                <c:pt idx="1">
                  <c:v>12000</c:v>
                </c:pt>
                <c:pt idx="2">
                  <c:v>4940</c:v>
                </c:pt>
                <c:pt idx="3">
                  <c:v>30990</c:v>
                </c:pt>
                <c:pt idx="4">
                  <c:v>7720</c:v>
                </c:pt>
                <c:pt idx="5">
                  <c:v>8700</c:v>
                </c:pt>
                <c:pt idx="6">
                  <c:v>16040</c:v>
                </c:pt>
              </c:numCache>
            </c:numRef>
          </c:val>
        </c:ser>
        <c:dLbls>
          <c:showPercent val="1"/>
        </c:dLbls>
        <c:firstSliceAng val="0"/>
      </c:pieChart>
    </c:plotArea>
    <c:legend>
      <c:legendPos val="r"/>
      <c:layout>
        <c:manualLayout>
          <c:xMode val="edge"/>
          <c:yMode val="edge"/>
          <c:x val="0.64553411258375393"/>
          <c:y val="6.26575611017159E-2"/>
          <c:w val="0.35446588741624713"/>
          <c:h val="0.90030742053276158"/>
        </c:manualLayout>
      </c:layout>
    </c:legend>
    <c:plotVisOnly val="1"/>
  </c:chart>
  <c:spPr>
    <a:ln>
      <a:noFill/>
    </a:ln>
  </c:spPr>
  <c:txPr>
    <a:bodyPr/>
    <a:lstStyle/>
    <a:p>
      <a:pPr>
        <a:defRPr sz="2000" b="1" i="1" baseline="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</a:defRPr>
      </a:pPr>
      <a:endParaRPr lang="en-US"/>
    </a:p>
  </c:txPr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8"/>
  <c:chart>
    <c:title>
      <c:layout/>
    </c:title>
    <c:plotArea>
      <c:layout/>
      <c:lineChart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Sum of Expense</c:v>
                </c:pt>
              </c:strCache>
            </c:strRef>
          </c:tx>
          <c:marker>
            <c:symbol val="none"/>
          </c:marker>
          <c:dLbls>
            <c:dLbl>
              <c:idx val="0"/>
              <c:layout/>
              <c:showVal val="1"/>
            </c:dLbl>
            <c:dLbl>
              <c:idx val="1"/>
              <c:layout/>
              <c:showVal val="1"/>
            </c:dLbl>
            <c:dLbl>
              <c:idx val="2"/>
              <c:layout/>
              <c:showVal val="1"/>
            </c:dLbl>
            <c:dLbl>
              <c:idx val="3"/>
              <c:layout/>
              <c:showVal val="1"/>
            </c:dLbl>
            <c:dLbl>
              <c:idx val="4"/>
              <c:layout/>
              <c:showVal val="1"/>
            </c:dLbl>
            <c:delete val="1"/>
            <c:txPr>
              <a:bodyPr/>
              <a:lstStyle/>
              <a:p>
                <a:pPr>
                  <a:defRPr>
                    <a:solidFill>
                      <a:schemeClr val="tx2">
                        <a:lumMod val="20000"/>
                        <a:lumOff val="80000"/>
                      </a:schemeClr>
                    </a:solidFill>
                    <a:latin typeface="Forte" pitchFamily="66" charset="0"/>
                  </a:defRPr>
                </a:pPr>
                <a:endParaRPr lang="en-US"/>
              </a:p>
            </c:txPr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13900</c:v>
                </c:pt>
                <c:pt idx="1">
                  <c:v>15620</c:v>
                </c:pt>
                <c:pt idx="2">
                  <c:v>13140</c:v>
                </c:pt>
                <c:pt idx="3">
                  <c:v>14800</c:v>
                </c:pt>
                <c:pt idx="4">
                  <c:v>13370</c:v>
                </c:pt>
                <c:pt idx="5">
                  <c:v>13560</c:v>
                </c:pt>
              </c:numCache>
            </c:numRef>
          </c:val>
        </c:ser>
        <c:marker val="1"/>
        <c:axId val="164056448"/>
        <c:axId val="164091008"/>
      </c:lineChart>
      <c:catAx>
        <c:axId val="164056448"/>
        <c:scaling>
          <c:orientation val="minMax"/>
        </c:scaling>
        <c:axPos val="b"/>
        <c:tickLblPos val="nextTo"/>
        <c:crossAx val="164091008"/>
        <c:crosses val="autoZero"/>
        <c:auto val="1"/>
        <c:lblAlgn val="ctr"/>
        <c:lblOffset val="100"/>
      </c:catAx>
      <c:valAx>
        <c:axId val="164091008"/>
        <c:scaling>
          <c:orientation val="minMax"/>
        </c:scaling>
        <c:axPos val="l"/>
        <c:majorGridlines>
          <c:spPr>
            <a:ln>
              <a:gradFill flip="none" rotWithShape="1">
                <a:gsLst>
                  <a:gs pos="0">
                    <a:srgbClr val="4BACC6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2700000" scaled="1"/>
                <a:tileRect/>
              </a:gradFill>
            </a:ln>
          </c:spPr>
        </c:majorGridlines>
        <c:numFmt formatCode="General" sourceLinked="1"/>
        <c:tickLblPos val="nextTo"/>
        <c:crossAx val="164056448"/>
        <c:crosses val="autoZero"/>
        <c:crossBetween val="between"/>
      </c:valAx>
    </c:plotArea>
    <c:plotVisOnly val="1"/>
  </c:chart>
  <c:txPr>
    <a:bodyPr/>
    <a:lstStyle/>
    <a:p>
      <a:pPr>
        <a:defRPr sz="1800">
          <a:solidFill>
            <a:schemeClr val="bg1"/>
          </a:solidFill>
        </a:defRPr>
      </a:pPr>
      <a:endParaRPr lang="en-US"/>
    </a:p>
  </c:txPr>
  <c:externalData r:id="rId1"/>
</c:chartSpace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jpeg"/><Relationship Id="rId4" Type="http://schemas.openxmlformats.org/officeDocument/2006/relationships/image" Target="../media/image13.jpeg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image" Target="../media/image7.pn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4.jpeg"/><Relationship Id="rId1" Type="http://schemas.openxmlformats.org/officeDocument/2006/relationships/image" Target="../media/image11.jpe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jpeg"/><Relationship Id="rId4" Type="http://schemas.openxmlformats.org/officeDocument/2006/relationships/image" Target="../media/image13.jpeg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image" Target="../media/image7.pn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4.jpeg"/><Relationship Id="rId1" Type="http://schemas.openxmlformats.org/officeDocument/2006/relationships/image" Target="../media/image1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8F3DC6-048B-4015-ADAF-29D4CB587C06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889E5B5-D654-4ED8-B7AE-FEB639392237}">
      <dgm:prSet/>
      <dgm:spPr>
        <a:solidFill>
          <a:srgbClr val="FF99CC"/>
        </a:solidFill>
      </dgm:spPr>
      <dgm:t>
        <a:bodyPr/>
        <a:lstStyle/>
        <a:p>
          <a:pPr rtl="0"/>
          <a:r>
            <a:rPr lang="en-US" b="1" dirty="0" smtClean="0"/>
            <a:t>1.Category Breakdown</a:t>
          </a:r>
          <a:endParaRPr lang="en-US" dirty="0"/>
        </a:p>
      </dgm:t>
    </dgm:pt>
    <dgm:pt modelId="{079D0477-B409-447E-812A-EA42B73A2E23}" type="parTrans" cxnId="{A91CEA8E-713C-4870-B8A9-F9D83A0F12C2}">
      <dgm:prSet/>
      <dgm:spPr/>
      <dgm:t>
        <a:bodyPr/>
        <a:lstStyle/>
        <a:p>
          <a:endParaRPr lang="en-US"/>
        </a:p>
      </dgm:t>
    </dgm:pt>
    <dgm:pt modelId="{1511DCC3-349C-4524-BF0F-B3781BED5BFE}" type="sibTrans" cxnId="{A91CEA8E-713C-4870-B8A9-F9D83A0F12C2}">
      <dgm:prSet/>
      <dgm:spPr/>
      <dgm:t>
        <a:bodyPr/>
        <a:lstStyle/>
        <a:p>
          <a:endParaRPr lang="en-US"/>
        </a:p>
      </dgm:t>
    </dgm:pt>
    <dgm:pt modelId="{360A5993-D3A4-4BB4-951F-5D2E9800351F}">
      <dgm:prSet/>
      <dgm:spPr>
        <a:solidFill>
          <a:srgbClr val="FF99CC"/>
        </a:solidFill>
      </dgm:spPr>
      <dgm:t>
        <a:bodyPr/>
        <a:lstStyle/>
        <a:p>
          <a:pPr rtl="0"/>
          <a:r>
            <a:rPr lang="en-US" b="1" dirty="0" smtClean="0"/>
            <a:t>2. Specific Category Details</a:t>
          </a:r>
          <a:endParaRPr lang="en-US" dirty="0"/>
        </a:p>
      </dgm:t>
    </dgm:pt>
    <dgm:pt modelId="{1EF990BB-4C8C-4F33-9CCF-D077CEAA5B34}" type="parTrans" cxnId="{1AF39E74-2453-4C8F-AD71-781E13E019BE}">
      <dgm:prSet/>
      <dgm:spPr/>
      <dgm:t>
        <a:bodyPr/>
        <a:lstStyle/>
        <a:p>
          <a:endParaRPr lang="en-US"/>
        </a:p>
      </dgm:t>
    </dgm:pt>
    <dgm:pt modelId="{76DEFF0A-F87C-448A-9B82-F1A0DA4F9D49}" type="sibTrans" cxnId="{1AF39E74-2453-4C8F-AD71-781E13E019BE}">
      <dgm:prSet/>
      <dgm:spPr/>
      <dgm:t>
        <a:bodyPr/>
        <a:lstStyle/>
        <a:p>
          <a:endParaRPr lang="en-US"/>
        </a:p>
      </dgm:t>
    </dgm:pt>
    <dgm:pt modelId="{FECBC55E-575D-4421-B267-9425A311F3C0}">
      <dgm:prSet/>
      <dgm:spPr>
        <a:solidFill>
          <a:srgbClr val="FF99CC"/>
        </a:solidFill>
      </dgm:spPr>
      <dgm:t>
        <a:bodyPr/>
        <a:lstStyle/>
        <a:p>
          <a:pPr rtl="0"/>
          <a:r>
            <a:rPr lang="en-US" b="1" dirty="0" smtClean="0"/>
            <a:t>3. Item Frequency</a:t>
          </a:r>
          <a:endParaRPr lang="en-US" dirty="0"/>
        </a:p>
      </dgm:t>
    </dgm:pt>
    <dgm:pt modelId="{9F3E69DC-67C6-44C0-B27A-9D7245237948}" type="parTrans" cxnId="{F55005B1-2809-4E95-AA8D-A1BEC58263AD}">
      <dgm:prSet/>
      <dgm:spPr/>
      <dgm:t>
        <a:bodyPr/>
        <a:lstStyle/>
        <a:p>
          <a:endParaRPr lang="en-US"/>
        </a:p>
      </dgm:t>
    </dgm:pt>
    <dgm:pt modelId="{84286B6D-2115-4FD5-8557-928600C3ED54}" type="sibTrans" cxnId="{F55005B1-2809-4E95-AA8D-A1BEC58263AD}">
      <dgm:prSet/>
      <dgm:spPr/>
      <dgm:t>
        <a:bodyPr/>
        <a:lstStyle/>
        <a:p>
          <a:endParaRPr lang="en-US"/>
        </a:p>
      </dgm:t>
    </dgm:pt>
    <dgm:pt modelId="{D5CAB0FF-B88E-40A8-9F01-284642086AE2}">
      <dgm:prSet/>
      <dgm:spPr/>
      <dgm:t>
        <a:bodyPr/>
        <a:lstStyle/>
        <a:p>
          <a:pPr rtl="0"/>
          <a:r>
            <a:rPr lang="en-US" b="1" dirty="0" smtClean="0"/>
            <a:t>Total Spent in June:</a:t>
          </a:r>
          <a:r>
            <a:rPr lang="en-US" dirty="0" smtClean="0"/>
            <a:t> ₹13,560</a:t>
          </a:r>
          <a:endParaRPr lang="en-US" dirty="0"/>
        </a:p>
      </dgm:t>
    </dgm:pt>
    <dgm:pt modelId="{193899E6-CB08-45F3-A5E8-7F3EC14A3A9E}" type="parTrans" cxnId="{023862A6-C89A-49E5-8B44-DD156097C170}">
      <dgm:prSet/>
      <dgm:spPr/>
      <dgm:t>
        <a:bodyPr/>
        <a:lstStyle/>
        <a:p>
          <a:endParaRPr lang="en-US"/>
        </a:p>
      </dgm:t>
    </dgm:pt>
    <dgm:pt modelId="{2865D922-3341-468B-A7AD-124EF5B56BF8}" type="sibTrans" cxnId="{023862A6-C89A-49E5-8B44-DD156097C170}">
      <dgm:prSet/>
      <dgm:spPr/>
      <dgm:t>
        <a:bodyPr/>
        <a:lstStyle/>
        <a:p>
          <a:endParaRPr lang="en-US"/>
        </a:p>
      </dgm:t>
    </dgm:pt>
    <dgm:pt modelId="{C8E6D784-4B59-4A53-9DA5-58573D9DA91B}">
      <dgm:prSet/>
      <dgm:spPr/>
      <dgm:t>
        <a:bodyPr/>
        <a:lstStyle/>
        <a:p>
          <a:pPr rtl="0"/>
          <a:r>
            <a:rPr lang="en-US" b="1" dirty="0" smtClean="0"/>
            <a:t>Top Categories:</a:t>
          </a:r>
          <a:endParaRPr lang="en-US" dirty="0"/>
        </a:p>
      </dgm:t>
    </dgm:pt>
    <dgm:pt modelId="{C920CD99-4866-41D6-B31E-610317952193}" type="parTrans" cxnId="{C84BFA0B-1CEA-4ACD-ACB7-9D4A4CD252F0}">
      <dgm:prSet/>
      <dgm:spPr/>
      <dgm:t>
        <a:bodyPr/>
        <a:lstStyle/>
        <a:p>
          <a:endParaRPr lang="en-US"/>
        </a:p>
      </dgm:t>
    </dgm:pt>
    <dgm:pt modelId="{3C7B1B6A-92F9-4E4C-897A-72197F987D89}" type="sibTrans" cxnId="{C84BFA0B-1CEA-4ACD-ACB7-9D4A4CD252F0}">
      <dgm:prSet/>
      <dgm:spPr/>
      <dgm:t>
        <a:bodyPr/>
        <a:lstStyle/>
        <a:p>
          <a:endParaRPr lang="en-US"/>
        </a:p>
      </dgm:t>
    </dgm:pt>
    <dgm:pt modelId="{D163C27B-0D48-4904-A218-8AE3BAC42EC7}">
      <dgm:prSet/>
      <dgm:spPr/>
      <dgm:t>
        <a:bodyPr/>
        <a:lstStyle/>
        <a:p>
          <a:pPr rtl="0"/>
          <a:r>
            <a:rPr lang="en-US" dirty="0" smtClean="0"/>
            <a:t>Grocery: ₹4,690 (Highest)</a:t>
          </a:r>
          <a:endParaRPr lang="en-US" dirty="0"/>
        </a:p>
      </dgm:t>
    </dgm:pt>
    <dgm:pt modelId="{B7B9748F-D3F7-475A-A6E4-2B525EF9B867}" type="parTrans" cxnId="{1D6E80A8-0BE6-4579-987C-BFD4FD28B608}">
      <dgm:prSet/>
      <dgm:spPr/>
      <dgm:t>
        <a:bodyPr/>
        <a:lstStyle/>
        <a:p>
          <a:endParaRPr lang="en-US"/>
        </a:p>
      </dgm:t>
    </dgm:pt>
    <dgm:pt modelId="{A6C9BCDE-4CC4-453D-A6E1-3D8C392F002E}" type="sibTrans" cxnId="{1D6E80A8-0BE6-4579-987C-BFD4FD28B608}">
      <dgm:prSet/>
      <dgm:spPr/>
      <dgm:t>
        <a:bodyPr/>
        <a:lstStyle/>
        <a:p>
          <a:endParaRPr lang="en-US"/>
        </a:p>
      </dgm:t>
    </dgm:pt>
    <dgm:pt modelId="{DE15BC49-FA97-4C80-9A41-12B3EB9972EE}">
      <dgm:prSet/>
      <dgm:spPr/>
      <dgm:t>
        <a:bodyPr/>
        <a:lstStyle/>
        <a:p>
          <a:pPr rtl="0"/>
          <a:r>
            <a:rPr lang="en-US" dirty="0" smtClean="0"/>
            <a:t>Shopping: ₹3,500</a:t>
          </a:r>
          <a:endParaRPr lang="en-US" dirty="0"/>
        </a:p>
      </dgm:t>
    </dgm:pt>
    <dgm:pt modelId="{947CAEE7-F768-4DB9-9AB3-7E1C17105017}" type="parTrans" cxnId="{9BC899E5-47A3-4CE9-860C-12903A3F13A9}">
      <dgm:prSet/>
      <dgm:spPr/>
      <dgm:t>
        <a:bodyPr/>
        <a:lstStyle/>
        <a:p>
          <a:endParaRPr lang="en-US"/>
        </a:p>
      </dgm:t>
    </dgm:pt>
    <dgm:pt modelId="{63FB93D7-E3BA-4BF9-B196-8BFAEE459187}" type="sibTrans" cxnId="{9BC899E5-47A3-4CE9-860C-12903A3F13A9}">
      <dgm:prSet/>
      <dgm:spPr/>
      <dgm:t>
        <a:bodyPr/>
        <a:lstStyle/>
        <a:p>
          <a:endParaRPr lang="en-US"/>
        </a:p>
      </dgm:t>
    </dgm:pt>
    <dgm:pt modelId="{0939FADA-89B7-4DF4-A4F0-F06287ED49EE}">
      <dgm:prSet/>
      <dgm:spPr/>
      <dgm:t>
        <a:bodyPr/>
        <a:lstStyle/>
        <a:p>
          <a:pPr rtl="0"/>
          <a:r>
            <a:rPr lang="en-US" dirty="0" smtClean="0"/>
            <a:t>Ticket and Bills: ₹2,570</a:t>
          </a:r>
          <a:endParaRPr lang="en-US" dirty="0"/>
        </a:p>
      </dgm:t>
    </dgm:pt>
    <dgm:pt modelId="{1A72C9EA-BBBB-4011-B888-1C1CE5E7538B}" type="parTrans" cxnId="{39D95BA9-5F4B-43F9-8F1E-29095AF10F09}">
      <dgm:prSet/>
      <dgm:spPr/>
      <dgm:t>
        <a:bodyPr/>
        <a:lstStyle/>
        <a:p>
          <a:endParaRPr lang="en-US"/>
        </a:p>
      </dgm:t>
    </dgm:pt>
    <dgm:pt modelId="{8E56F821-211A-4D39-BABD-2A714FA06B36}" type="sibTrans" cxnId="{39D95BA9-5F4B-43F9-8F1E-29095AF10F09}">
      <dgm:prSet/>
      <dgm:spPr/>
      <dgm:t>
        <a:bodyPr/>
        <a:lstStyle/>
        <a:p>
          <a:endParaRPr lang="en-US"/>
        </a:p>
      </dgm:t>
    </dgm:pt>
    <dgm:pt modelId="{8E2532BE-40C3-40E5-8D84-3493FC3BD9B2}">
      <dgm:prSet/>
      <dgm:spPr/>
      <dgm:t>
        <a:bodyPr/>
        <a:lstStyle/>
        <a:p>
          <a:pPr rtl="0"/>
          <a:r>
            <a:rPr lang="en-US" b="1" dirty="0" smtClean="0"/>
            <a:t>Entertainment:</a:t>
          </a:r>
          <a:r>
            <a:rPr lang="en-US" dirty="0" smtClean="0"/>
            <a:t> Spent mostly on Movies (₹1000).</a:t>
          </a:r>
          <a:endParaRPr lang="en-US" dirty="0"/>
        </a:p>
      </dgm:t>
    </dgm:pt>
    <dgm:pt modelId="{0D6D11A0-A15E-41A6-98CE-9750598824CD}" type="parTrans" cxnId="{6A2A1E73-C8D6-4049-A699-F74BAB3EC556}">
      <dgm:prSet/>
      <dgm:spPr/>
      <dgm:t>
        <a:bodyPr/>
        <a:lstStyle/>
        <a:p>
          <a:endParaRPr lang="en-US"/>
        </a:p>
      </dgm:t>
    </dgm:pt>
    <dgm:pt modelId="{9CB59319-D63A-44F1-9A04-CAC2491C0117}" type="sibTrans" cxnId="{6A2A1E73-C8D6-4049-A699-F74BAB3EC556}">
      <dgm:prSet/>
      <dgm:spPr/>
      <dgm:t>
        <a:bodyPr/>
        <a:lstStyle/>
        <a:p>
          <a:endParaRPr lang="en-US"/>
        </a:p>
      </dgm:t>
    </dgm:pt>
    <dgm:pt modelId="{AA1448B4-2371-40AE-87E9-E63DB772AFEB}">
      <dgm:prSet/>
      <dgm:spPr/>
      <dgm:t>
        <a:bodyPr/>
        <a:lstStyle/>
        <a:p>
          <a:pPr rtl="0"/>
          <a:r>
            <a:rPr lang="en-US" b="1" dirty="0" smtClean="0"/>
            <a:t>Tickets &amp; Bills:</a:t>
          </a:r>
          <a:r>
            <a:rPr lang="en-US" dirty="0" smtClean="0"/>
            <a:t> Big expenses were House help (₹1000) and Electricity (₹370).</a:t>
          </a:r>
          <a:endParaRPr lang="en-US" dirty="0"/>
        </a:p>
      </dgm:t>
    </dgm:pt>
    <dgm:pt modelId="{FFB94FDD-D3A3-41C7-8A10-5B67C72A8EE5}" type="parTrans" cxnId="{9F6F3720-E347-45BD-8C71-4E28D9897CD6}">
      <dgm:prSet/>
      <dgm:spPr/>
      <dgm:t>
        <a:bodyPr/>
        <a:lstStyle/>
        <a:p>
          <a:endParaRPr lang="en-US"/>
        </a:p>
      </dgm:t>
    </dgm:pt>
    <dgm:pt modelId="{211D3923-A2DC-4C86-8B93-7504665F0ECD}" type="sibTrans" cxnId="{9F6F3720-E347-45BD-8C71-4E28D9897CD6}">
      <dgm:prSet/>
      <dgm:spPr/>
      <dgm:t>
        <a:bodyPr/>
        <a:lstStyle/>
        <a:p>
          <a:endParaRPr lang="en-US"/>
        </a:p>
      </dgm:t>
    </dgm:pt>
    <dgm:pt modelId="{D0D6CE64-ECAC-4436-A48F-121F497AE91B}">
      <dgm:prSet/>
      <dgm:spPr/>
      <dgm:t>
        <a:bodyPr/>
        <a:lstStyle/>
        <a:p>
          <a:pPr rtl="0"/>
          <a:r>
            <a:rPr lang="en-US" dirty="0" smtClean="0"/>
            <a:t>Grocery items were purchased most frequently (Vegetables, Fruits, Bread).</a:t>
          </a:r>
          <a:endParaRPr lang="en-US" dirty="0"/>
        </a:p>
      </dgm:t>
    </dgm:pt>
    <dgm:pt modelId="{E9088435-21D9-4E10-8D00-0F152F54A796}" type="parTrans" cxnId="{A39844C7-FEE4-4B21-B5DC-1B7A59413EC4}">
      <dgm:prSet/>
      <dgm:spPr/>
      <dgm:t>
        <a:bodyPr/>
        <a:lstStyle/>
        <a:p>
          <a:endParaRPr lang="en-US"/>
        </a:p>
      </dgm:t>
    </dgm:pt>
    <dgm:pt modelId="{6C4621E2-CD78-42B1-AEEE-920B7D74B32A}" type="sibTrans" cxnId="{A39844C7-FEE4-4B21-B5DC-1B7A59413EC4}">
      <dgm:prSet/>
      <dgm:spPr/>
      <dgm:t>
        <a:bodyPr/>
        <a:lstStyle/>
        <a:p>
          <a:endParaRPr lang="en-US"/>
        </a:p>
      </dgm:t>
    </dgm:pt>
    <dgm:pt modelId="{43D44401-E9AA-4E87-A577-7853352211CC}">
      <dgm:prSet/>
      <dgm:spPr/>
      <dgm:t>
        <a:bodyPr/>
        <a:lstStyle/>
        <a:p>
          <a:pPr rtl="0"/>
          <a:endParaRPr lang="en-US" dirty="0"/>
        </a:p>
      </dgm:t>
    </dgm:pt>
    <dgm:pt modelId="{C8755071-6004-4DE0-B71D-46525E0B05B3}" type="parTrans" cxnId="{1C1ECAA0-A04D-4437-A5BC-86BE14A341C5}">
      <dgm:prSet/>
      <dgm:spPr/>
      <dgm:t>
        <a:bodyPr/>
        <a:lstStyle/>
        <a:p>
          <a:endParaRPr lang="en-US"/>
        </a:p>
      </dgm:t>
    </dgm:pt>
    <dgm:pt modelId="{D87EFEE2-25F1-4C94-B90E-D8840DE5455F}" type="sibTrans" cxnId="{1C1ECAA0-A04D-4437-A5BC-86BE14A341C5}">
      <dgm:prSet/>
      <dgm:spPr/>
      <dgm:t>
        <a:bodyPr/>
        <a:lstStyle/>
        <a:p>
          <a:endParaRPr lang="en-US"/>
        </a:p>
      </dgm:t>
    </dgm:pt>
    <dgm:pt modelId="{0EF8AD53-920A-4C28-B104-636521ADE194}" type="pres">
      <dgm:prSet presAssocID="{478F3DC6-048B-4015-ADAF-29D4CB587C06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B6E948D-A3B4-4CA9-BB6E-03E5DDB139EE}" type="pres">
      <dgm:prSet presAssocID="{D889E5B5-D654-4ED8-B7AE-FEB639392237}" presName="composite" presStyleCnt="0"/>
      <dgm:spPr/>
    </dgm:pt>
    <dgm:pt modelId="{08E468BA-E626-41B0-B2F9-C84643A895FA}" type="pres">
      <dgm:prSet presAssocID="{D889E5B5-D654-4ED8-B7AE-FEB639392237}" presName="parTx" presStyleLbl="alignNode1" presStyleIdx="0" presStyleCnt="3" custLinFactY="-100000" custLinFactNeighborX="3182" custLinFactNeighborY="-12515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14939D-D826-4798-87CF-CEB44CEEC5DC}" type="pres">
      <dgm:prSet presAssocID="{D889E5B5-D654-4ED8-B7AE-FEB639392237}" presName="desTx" presStyleLbl="alignAccFollowNode1" presStyleIdx="0" presStyleCnt="3" custScaleY="100000" custLinFactNeighborX="3092" custLinFactNeighborY="-5542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EE25C09-8251-4C8B-827C-6DD7C8752E16}" type="pres">
      <dgm:prSet presAssocID="{1511DCC3-349C-4524-BF0F-B3781BED5BFE}" presName="space" presStyleCnt="0"/>
      <dgm:spPr/>
    </dgm:pt>
    <dgm:pt modelId="{34236479-2942-4B76-A44C-9B8FC0406AAC}" type="pres">
      <dgm:prSet presAssocID="{360A5993-D3A4-4BB4-951F-5D2E9800351F}" presName="composite" presStyleCnt="0"/>
      <dgm:spPr/>
    </dgm:pt>
    <dgm:pt modelId="{9B160D50-42DA-4EB4-9BB1-3FDFF9268E64}" type="pres">
      <dgm:prSet presAssocID="{360A5993-D3A4-4BB4-951F-5D2E9800351F}" presName="parTx" presStyleLbl="alignNode1" presStyleIdx="1" presStyleCnt="3" custLinFactY="-100000" custLinFactNeighborX="55744" custLinFactNeighborY="-10848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5171F89-8433-4B49-A20E-A0845D35054D}" type="pres">
      <dgm:prSet presAssocID="{360A5993-D3A4-4BB4-951F-5D2E9800351F}" presName="desTx" presStyleLbl="alignAccFollowNode1" presStyleIdx="1" presStyleCnt="3" custLinFactNeighborX="56705" custLinFactNeighborY="-5542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E00381-D478-40A9-9221-CA187B71387C}" type="pres">
      <dgm:prSet presAssocID="{76DEFF0A-F87C-448A-9B82-F1A0DA4F9D49}" presName="space" presStyleCnt="0"/>
      <dgm:spPr/>
    </dgm:pt>
    <dgm:pt modelId="{A57B5AA3-35E7-4503-A3B3-485ADB755DB0}" type="pres">
      <dgm:prSet presAssocID="{FECBC55E-575D-4421-B267-9425A311F3C0}" presName="composite" presStyleCnt="0"/>
      <dgm:spPr/>
    </dgm:pt>
    <dgm:pt modelId="{49737124-88A1-48F9-8B16-79542DFCAB5C}" type="pres">
      <dgm:prSet presAssocID="{FECBC55E-575D-4421-B267-9425A311F3C0}" presName="parTx" presStyleLbl="alignNode1" presStyleIdx="2" presStyleCnt="3" custLinFactX="-44409" custLinFactY="100000" custLinFactNeighborX="-100000" custLinFactNeighborY="17490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93AF939-3FFD-4349-B438-72AACBDFC12C}" type="pres">
      <dgm:prSet presAssocID="{FECBC55E-575D-4421-B267-9425A311F3C0}" presName="desTx" presStyleLbl="alignAccFollowNode1" presStyleIdx="2" presStyleCnt="3" custLinFactX="-44409" custLinFactY="1800000" custLinFactNeighborX="-100000" custLinFactNeighborY="189899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1C9FD08-7371-45B9-B856-496C14529359}" type="presOf" srcId="{D0D6CE64-ECAC-4436-A48F-121F497AE91B}" destId="{893AF939-3FFD-4349-B438-72AACBDFC12C}" srcOrd="0" destOrd="0" presId="urn:microsoft.com/office/officeart/2005/8/layout/hList1"/>
    <dgm:cxn modelId="{9BC899E5-47A3-4CE9-860C-12903A3F13A9}" srcId="{C8E6D784-4B59-4A53-9DA5-58573D9DA91B}" destId="{DE15BC49-FA97-4C80-9A41-12B3EB9972EE}" srcOrd="1" destOrd="0" parTransId="{947CAEE7-F768-4DB9-9AB3-7E1C17105017}" sibTransId="{63FB93D7-E3BA-4BF9-B196-8BFAEE459187}"/>
    <dgm:cxn modelId="{1AF39E74-2453-4C8F-AD71-781E13E019BE}" srcId="{478F3DC6-048B-4015-ADAF-29D4CB587C06}" destId="{360A5993-D3A4-4BB4-951F-5D2E9800351F}" srcOrd="1" destOrd="0" parTransId="{1EF990BB-4C8C-4F33-9CCF-D077CEAA5B34}" sibTransId="{76DEFF0A-F87C-448A-9B82-F1A0DA4F9D49}"/>
    <dgm:cxn modelId="{C84BFA0B-1CEA-4ACD-ACB7-9D4A4CD252F0}" srcId="{D889E5B5-D654-4ED8-B7AE-FEB639392237}" destId="{C8E6D784-4B59-4A53-9DA5-58573D9DA91B}" srcOrd="1" destOrd="0" parTransId="{C920CD99-4866-41D6-B31E-610317952193}" sibTransId="{3C7B1B6A-92F9-4E4C-897A-72197F987D89}"/>
    <dgm:cxn modelId="{F55005B1-2809-4E95-AA8D-A1BEC58263AD}" srcId="{478F3DC6-048B-4015-ADAF-29D4CB587C06}" destId="{FECBC55E-575D-4421-B267-9425A311F3C0}" srcOrd="2" destOrd="0" parTransId="{9F3E69DC-67C6-44C0-B27A-9D7245237948}" sibTransId="{84286B6D-2115-4FD5-8557-928600C3ED54}"/>
    <dgm:cxn modelId="{1C1ECAA0-A04D-4437-A5BC-86BE14A341C5}" srcId="{FECBC55E-575D-4421-B267-9425A311F3C0}" destId="{43D44401-E9AA-4E87-A577-7853352211CC}" srcOrd="1" destOrd="0" parTransId="{C8755071-6004-4DE0-B71D-46525E0B05B3}" sibTransId="{D87EFEE2-25F1-4C94-B90E-D8840DE5455F}"/>
    <dgm:cxn modelId="{CB00E55B-8F47-4502-A481-37BF969C8A12}" type="presOf" srcId="{0939FADA-89B7-4DF4-A4F0-F06287ED49EE}" destId="{8814939D-D826-4798-87CF-CEB44CEEC5DC}" srcOrd="0" destOrd="4" presId="urn:microsoft.com/office/officeart/2005/8/layout/hList1"/>
    <dgm:cxn modelId="{023862A6-C89A-49E5-8B44-DD156097C170}" srcId="{D889E5B5-D654-4ED8-B7AE-FEB639392237}" destId="{D5CAB0FF-B88E-40A8-9F01-284642086AE2}" srcOrd="0" destOrd="0" parTransId="{193899E6-CB08-45F3-A5E8-7F3EC14A3A9E}" sibTransId="{2865D922-3341-468B-A7AD-124EF5B56BF8}"/>
    <dgm:cxn modelId="{86D19927-F0ED-4874-BB7F-F2A1E2B6D310}" type="presOf" srcId="{DE15BC49-FA97-4C80-9A41-12B3EB9972EE}" destId="{8814939D-D826-4798-87CF-CEB44CEEC5DC}" srcOrd="0" destOrd="3" presId="urn:microsoft.com/office/officeart/2005/8/layout/hList1"/>
    <dgm:cxn modelId="{BF273B34-F648-4E4A-BAAE-2C7E18A1B0C0}" type="presOf" srcId="{D163C27B-0D48-4904-A218-8AE3BAC42EC7}" destId="{8814939D-D826-4798-87CF-CEB44CEEC5DC}" srcOrd="0" destOrd="2" presId="urn:microsoft.com/office/officeart/2005/8/layout/hList1"/>
    <dgm:cxn modelId="{FAC5B7E8-2880-4FEA-890F-761EF7A88C7F}" type="presOf" srcId="{8E2532BE-40C3-40E5-8D84-3493FC3BD9B2}" destId="{15171F89-8433-4B49-A20E-A0845D35054D}" srcOrd="0" destOrd="0" presId="urn:microsoft.com/office/officeart/2005/8/layout/hList1"/>
    <dgm:cxn modelId="{4CAE778A-46E1-452D-A66E-BBA24FA88593}" type="presOf" srcId="{478F3DC6-048B-4015-ADAF-29D4CB587C06}" destId="{0EF8AD53-920A-4C28-B104-636521ADE194}" srcOrd="0" destOrd="0" presId="urn:microsoft.com/office/officeart/2005/8/layout/hList1"/>
    <dgm:cxn modelId="{DA9DCCC2-781E-4C90-B945-22C990FC9E43}" type="presOf" srcId="{D889E5B5-D654-4ED8-B7AE-FEB639392237}" destId="{08E468BA-E626-41B0-B2F9-C84643A895FA}" srcOrd="0" destOrd="0" presId="urn:microsoft.com/office/officeart/2005/8/layout/hList1"/>
    <dgm:cxn modelId="{DE8B8421-842C-4F5C-A6AA-A9ED23FB9A7F}" type="presOf" srcId="{AA1448B4-2371-40AE-87E9-E63DB772AFEB}" destId="{15171F89-8433-4B49-A20E-A0845D35054D}" srcOrd="0" destOrd="1" presId="urn:microsoft.com/office/officeart/2005/8/layout/hList1"/>
    <dgm:cxn modelId="{CEB86643-8C79-4003-B7A1-EDB9048F330E}" type="presOf" srcId="{FECBC55E-575D-4421-B267-9425A311F3C0}" destId="{49737124-88A1-48F9-8B16-79542DFCAB5C}" srcOrd="0" destOrd="0" presId="urn:microsoft.com/office/officeart/2005/8/layout/hList1"/>
    <dgm:cxn modelId="{53014A21-5BBD-4BF4-BEFB-1F4311D39074}" type="presOf" srcId="{360A5993-D3A4-4BB4-951F-5D2E9800351F}" destId="{9B160D50-42DA-4EB4-9BB1-3FDFF9268E64}" srcOrd="0" destOrd="0" presId="urn:microsoft.com/office/officeart/2005/8/layout/hList1"/>
    <dgm:cxn modelId="{A91CEA8E-713C-4870-B8A9-F9D83A0F12C2}" srcId="{478F3DC6-048B-4015-ADAF-29D4CB587C06}" destId="{D889E5B5-D654-4ED8-B7AE-FEB639392237}" srcOrd="0" destOrd="0" parTransId="{079D0477-B409-447E-812A-EA42B73A2E23}" sibTransId="{1511DCC3-349C-4524-BF0F-B3781BED5BFE}"/>
    <dgm:cxn modelId="{A39844C7-FEE4-4B21-B5DC-1B7A59413EC4}" srcId="{FECBC55E-575D-4421-B267-9425A311F3C0}" destId="{D0D6CE64-ECAC-4436-A48F-121F497AE91B}" srcOrd="0" destOrd="0" parTransId="{E9088435-21D9-4E10-8D00-0F152F54A796}" sibTransId="{6C4621E2-CD78-42B1-AEEE-920B7D74B32A}"/>
    <dgm:cxn modelId="{39D95BA9-5F4B-43F9-8F1E-29095AF10F09}" srcId="{C8E6D784-4B59-4A53-9DA5-58573D9DA91B}" destId="{0939FADA-89B7-4DF4-A4F0-F06287ED49EE}" srcOrd="2" destOrd="0" parTransId="{1A72C9EA-BBBB-4011-B888-1C1CE5E7538B}" sibTransId="{8E56F821-211A-4D39-BABD-2A714FA06B36}"/>
    <dgm:cxn modelId="{1BAB148B-2B88-45E9-966E-40C445FA6FDB}" type="presOf" srcId="{D5CAB0FF-B88E-40A8-9F01-284642086AE2}" destId="{8814939D-D826-4798-87CF-CEB44CEEC5DC}" srcOrd="0" destOrd="0" presId="urn:microsoft.com/office/officeart/2005/8/layout/hList1"/>
    <dgm:cxn modelId="{F7CFD597-9DE0-47ED-9A07-B3E47905886B}" type="presOf" srcId="{C8E6D784-4B59-4A53-9DA5-58573D9DA91B}" destId="{8814939D-D826-4798-87CF-CEB44CEEC5DC}" srcOrd="0" destOrd="1" presId="urn:microsoft.com/office/officeart/2005/8/layout/hList1"/>
    <dgm:cxn modelId="{1D6E80A8-0BE6-4579-987C-BFD4FD28B608}" srcId="{C8E6D784-4B59-4A53-9DA5-58573D9DA91B}" destId="{D163C27B-0D48-4904-A218-8AE3BAC42EC7}" srcOrd="0" destOrd="0" parTransId="{B7B9748F-D3F7-475A-A6E4-2B525EF9B867}" sibTransId="{A6C9BCDE-4CC4-453D-A6E1-3D8C392F002E}"/>
    <dgm:cxn modelId="{6A2A1E73-C8D6-4049-A699-F74BAB3EC556}" srcId="{360A5993-D3A4-4BB4-951F-5D2E9800351F}" destId="{8E2532BE-40C3-40E5-8D84-3493FC3BD9B2}" srcOrd="0" destOrd="0" parTransId="{0D6D11A0-A15E-41A6-98CE-9750598824CD}" sibTransId="{9CB59319-D63A-44F1-9A04-CAC2491C0117}"/>
    <dgm:cxn modelId="{86090E35-18E3-4304-9C9A-1A1E63743F27}" type="presOf" srcId="{43D44401-E9AA-4E87-A577-7853352211CC}" destId="{893AF939-3FFD-4349-B438-72AACBDFC12C}" srcOrd="0" destOrd="1" presId="urn:microsoft.com/office/officeart/2005/8/layout/hList1"/>
    <dgm:cxn modelId="{9F6F3720-E347-45BD-8C71-4E28D9897CD6}" srcId="{360A5993-D3A4-4BB4-951F-5D2E9800351F}" destId="{AA1448B4-2371-40AE-87E9-E63DB772AFEB}" srcOrd="1" destOrd="0" parTransId="{FFB94FDD-D3A3-41C7-8A10-5B67C72A8EE5}" sibTransId="{211D3923-A2DC-4C86-8B93-7504665F0ECD}"/>
    <dgm:cxn modelId="{24883BB4-8E29-473E-A092-81E68545540D}" type="presParOf" srcId="{0EF8AD53-920A-4C28-B104-636521ADE194}" destId="{5B6E948D-A3B4-4CA9-BB6E-03E5DDB139EE}" srcOrd="0" destOrd="0" presId="urn:microsoft.com/office/officeart/2005/8/layout/hList1"/>
    <dgm:cxn modelId="{AF600379-83DF-40F1-A5CD-9CBCA03742F8}" type="presParOf" srcId="{5B6E948D-A3B4-4CA9-BB6E-03E5DDB139EE}" destId="{08E468BA-E626-41B0-B2F9-C84643A895FA}" srcOrd="0" destOrd="0" presId="urn:microsoft.com/office/officeart/2005/8/layout/hList1"/>
    <dgm:cxn modelId="{B76F415D-69F8-4D2B-82A2-3BD1E578C00B}" type="presParOf" srcId="{5B6E948D-A3B4-4CA9-BB6E-03E5DDB139EE}" destId="{8814939D-D826-4798-87CF-CEB44CEEC5DC}" srcOrd="1" destOrd="0" presId="urn:microsoft.com/office/officeart/2005/8/layout/hList1"/>
    <dgm:cxn modelId="{4CBAABCA-41B0-44EF-BFA7-4911E5ECADDD}" type="presParOf" srcId="{0EF8AD53-920A-4C28-B104-636521ADE194}" destId="{8EE25C09-8251-4C8B-827C-6DD7C8752E16}" srcOrd="1" destOrd="0" presId="urn:microsoft.com/office/officeart/2005/8/layout/hList1"/>
    <dgm:cxn modelId="{C90640C7-A53D-4F63-9327-1B13208E93EF}" type="presParOf" srcId="{0EF8AD53-920A-4C28-B104-636521ADE194}" destId="{34236479-2942-4B76-A44C-9B8FC0406AAC}" srcOrd="2" destOrd="0" presId="urn:microsoft.com/office/officeart/2005/8/layout/hList1"/>
    <dgm:cxn modelId="{A12904BD-F54A-464C-8758-409AADD7D029}" type="presParOf" srcId="{34236479-2942-4B76-A44C-9B8FC0406AAC}" destId="{9B160D50-42DA-4EB4-9BB1-3FDFF9268E64}" srcOrd="0" destOrd="0" presId="urn:microsoft.com/office/officeart/2005/8/layout/hList1"/>
    <dgm:cxn modelId="{98308DBB-9264-49E2-AC0F-74DD97900A71}" type="presParOf" srcId="{34236479-2942-4B76-A44C-9B8FC0406AAC}" destId="{15171F89-8433-4B49-A20E-A0845D35054D}" srcOrd="1" destOrd="0" presId="urn:microsoft.com/office/officeart/2005/8/layout/hList1"/>
    <dgm:cxn modelId="{33791B5F-F6B0-4559-8C94-5F0A69EBC88A}" type="presParOf" srcId="{0EF8AD53-920A-4C28-B104-636521ADE194}" destId="{A4E00381-D478-40A9-9221-CA187B71387C}" srcOrd="3" destOrd="0" presId="urn:microsoft.com/office/officeart/2005/8/layout/hList1"/>
    <dgm:cxn modelId="{A89E986A-4967-42AE-8EEF-395B421B7B1D}" type="presParOf" srcId="{0EF8AD53-920A-4C28-B104-636521ADE194}" destId="{A57B5AA3-35E7-4503-A3B3-485ADB755DB0}" srcOrd="4" destOrd="0" presId="urn:microsoft.com/office/officeart/2005/8/layout/hList1"/>
    <dgm:cxn modelId="{A85629D3-6322-46EE-8F57-6545E5585F01}" type="presParOf" srcId="{A57B5AA3-35E7-4503-A3B3-485ADB755DB0}" destId="{49737124-88A1-48F9-8B16-79542DFCAB5C}" srcOrd="0" destOrd="0" presId="urn:microsoft.com/office/officeart/2005/8/layout/hList1"/>
    <dgm:cxn modelId="{71DDEEB4-3F87-4F58-AE79-F6E0F7206E71}" type="presParOf" srcId="{A57B5AA3-35E7-4503-A3B3-485ADB755DB0}" destId="{893AF939-3FFD-4349-B438-72AACBDFC12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C8EEB93-18EB-4FFA-ABD8-C8FE54F02CB7}" type="doc">
      <dgm:prSet loTypeId="urn:microsoft.com/office/officeart/2005/8/layout/target3" loCatId="relationship" qsTypeId="urn:microsoft.com/office/officeart/2005/8/quickstyle/simple5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88A82FAA-35ED-43FC-9B6C-2DFF9764A1ED}">
      <dgm:prSet/>
      <dgm:spPr>
        <a:gradFill rotWithShape="0">
          <a:gsLst>
            <a:gs pos="0">
              <a:srgbClr val="E6DCAC"/>
            </a:gs>
            <a:gs pos="12000">
              <a:srgbClr val="E6D78A"/>
            </a:gs>
            <a:gs pos="30000">
              <a:srgbClr val="C7AC4C"/>
            </a:gs>
            <a:gs pos="45000">
              <a:srgbClr val="E6D78A"/>
            </a:gs>
            <a:gs pos="77000">
              <a:srgbClr val="C7AC4C"/>
            </a:gs>
            <a:gs pos="100000">
              <a:srgbClr val="E6DCAC"/>
            </a:gs>
          </a:gsLst>
          <a:lin ang="8350000" scaled="0"/>
        </a:gradFill>
      </dgm:spPr>
      <dgm:t>
        <a:bodyPr/>
        <a:lstStyle/>
        <a:p>
          <a:pPr rtl="0"/>
          <a:r>
            <a:rPr lang="en-US" b="1" dirty="0" smtClean="0">
              <a:latin typeface="Agency FB" pitchFamily="34" charset="0"/>
            </a:rPr>
            <a:t>Grocery:</a:t>
          </a:r>
          <a:r>
            <a:rPr lang="en-US" dirty="0" smtClean="0">
              <a:latin typeface="Agency FB" pitchFamily="34" charset="0"/>
            </a:rPr>
            <a:t> ₹4,690 (Highest expense, approx. 35% of total).</a:t>
          </a:r>
          <a:endParaRPr lang="en-US" dirty="0">
            <a:latin typeface="Agency FB" pitchFamily="34" charset="0"/>
          </a:endParaRPr>
        </a:p>
      </dgm:t>
    </dgm:pt>
    <dgm:pt modelId="{AA46D67C-FE2F-4ED3-84FD-AAA15039D9EF}" type="parTrans" cxnId="{F14BDEBF-C632-4481-9717-938860775651}">
      <dgm:prSet/>
      <dgm:spPr/>
      <dgm:t>
        <a:bodyPr/>
        <a:lstStyle/>
        <a:p>
          <a:endParaRPr lang="en-US"/>
        </a:p>
      </dgm:t>
    </dgm:pt>
    <dgm:pt modelId="{FA1A540B-05C4-4286-A762-6D2844F079D4}" type="sibTrans" cxnId="{F14BDEBF-C632-4481-9717-938860775651}">
      <dgm:prSet/>
      <dgm:spPr/>
      <dgm:t>
        <a:bodyPr/>
        <a:lstStyle/>
        <a:p>
          <a:endParaRPr lang="en-US"/>
        </a:p>
      </dgm:t>
    </dgm:pt>
    <dgm:pt modelId="{4FD81B9B-5C47-46CE-9F58-853D0CA3DAF8}">
      <dgm:prSet/>
      <dgm:spPr>
        <a:gradFill rotWithShape="0">
          <a:gsLst>
            <a:gs pos="0">
              <a:srgbClr val="E6DCAC"/>
            </a:gs>
            <a:gs pos="12000">
              <a:srgbClr val="E6D78A"/>
            </a:gs>
            <a:gs pos="30000">
              <a:srgbClr val="C7AC4C"/>
            </a:gs>
            <a:gs pos="45000">
              <a:srgbClr val="E6D78A"/>
            </a:gs>
            <a:gs pos="77000">
              <a:srgbClr val="C7AC4C"/>
            </a:gs>
            <a:gs pos="100000">
              <a:srgbClr val="E6DCAC"/>
            </a:gs>
          </a:gsLst>
          <a:lin ang="8350000" scaled="0"/>
        </a:gradFill>
      </dgm:spPr>
      <dgm:t>
        <a:bodyPr/>
        <a:lstStyle/>
        <a:p>
          <a:pPr rtl="0"/>
          <a:r>
            <a:rPr lang="en-US" b="1" dirty="0" smtClean="0">
              <a:latin typeface="Agency FB" pitchFamily="34" charset="0"/>
            </a:rPr>
            <a:t>Shopping:</a:t>
          </a:r>
          <a:r>
            <a:rPr lang="en-US" dirty="0" smtClean="0">
              <a:latin typeface="Agency FB" pitchFamily="34" charset="0"/>
            </a:rPr>
            <a:t> ₹3,500 (Driven by clothing purchases).</a:t>
          </a:r>
          <a:endParaRPr lang="en-US" dirty="0">
            <a:latin typeface="Agency FB" pitchFamily="34" charset="0"/>
          </a:endParaRPr>
        </a:p>
      </dgm:t>
    </dgm:pt>
    <dgm:pt modelId="{268AEAFD-641D-4F61-BF41-25AB79D2B858}" type="parTrans" cxnId="{D8F7CAC3-5C22-446B-B861-AAF23795E3BE}">
      <dgm:prSet/>
      <dgm:spPr/>
      <dgm:t>
        <a:bodyPr/>
        <a:lstStyle/>
        <a:p>
          <a:endParaRPr lang="en-US"/>
        </a:p>
      </dgm:t>
    </dgm:pt>
    <dgm:pt modelId="{C2C17117-7591-41B0-909F-4E2B28947BFE}" type="sibTrans" cxnId="{D8F7CAC3-5C22-446B-B861-AAF23795E3BE}">
      <dgm:prSet/>
      <dgm:spPr/>
      <dgm:t>
        <a:bodyPr/>
        <a:lstStyle/>
        <a:p>
          <a:endParaRPr lang="en-US"/>
        </a:p>
      </dgm:t>
    </dgm:pt>
    <dgm:pt modelId="{D810FBF7-E43A-4AB0-804B-0F234D332B5C}">
      <dgm:prSet/>
      <dgm:spPr>
        <a:gradFill rotWithShape="0">
          <a:gsLst>
            <a:gs pos="0">
              <a:srgbClr val="E6DCAC"/>
            </a:gs>
            <a:gs pos="12000">
              <a:srgbClr val="E6D78A"/>
            </a:gs>
            <a:gs pos="30000">
              <a:srgbClr val="C7AC4C"/>
            </a:gs>
            <a:gs pos="45000">
              <a:srgbClr val="E6D78A"/>
            </a:gs>
            <a:gs pos="77000">
              <a:srgbClr val="C7AC4C"/>
            </a:gs>
            <a:gs pos="100000">
              <a:srgbClr val="E6DCAC"/>
            </a:gs>
          </a:gsLst>
          <a:lin ang="8350000" scaled="0"/>
        </a:gradFill>
      </dgm:spPr>
      <dgm:t>
        <a:bodyPr/>
        <a:lstStyle/>
        <a:p>
          <a:pPr rtl="0"/>
          <a:r>
            <a:rPr lang="en-US" b="1" dirty="0" smtClean="0">
              <a:latin typeface="Agency FB" pitchFamily="34" charset="0"/>
            </a:rPr>
            <a:t>Ticket &amp; Bills:</a:t>
          </a:r>
          <a:r>
            <a:rPr lang="en-US" dirty="0" smtClean="0">
              <a:latin typeface="Agency FB" pitchFamily="34" charset="0"/>
            </a:rPr>
            <a:t> ₹2,570 (Recurring household bills).</a:t>
          </a:r>
          <a:endParaRPr lang="en-US" dirty="0">
            <a:latin typeface="Agency FB" pitchFamily="34" charset="0"/>
          </a:endParaRPr>
        </a:p>
      </dgm:t>
    </dgm:pt>
    <dgm:pt modelId="{A17D17C0-11D5-420C-A00C-E858362BF7DA}" type="parTrans" cxnId="{C213C20F-C4AC-4079-A06A-D37D66489141}">
      <dgm:prSet/>
      <dgm:spPr/>
      <dgm:t>
        <a:bodyPr/>
        <a:lstStyle/>
        <a:p>
          <a:endParaRPr lang="en-US"/>
        </a:p>
      </dgm:t>
    </dgm:pt>
    <dgm:pt modelId="{6ED17940-8614-4F5C-91A8-2670B73C61A6}" type="sibTrans" cxnId="{C213C20F-C4AC-4079-A06A-D37D66489141}">
      <dgm:prSet/>
      <dgm:spPr/>
      <dgm:t>
        <a:bodyPr/>
        <a:lstStyle/>
        <a:p>
          <a:endParaRPr lang="en-US"/>
        </a:p>
      </dgm:t>
    </dgm:pt>
    <dgm:pt modelId="{ED81150A-02FB-43F3-80FD-1E060BECCFEF}" type="pres">
      <dgm:prSet presAssocID="{7C8EEB93-18EB-4FFA-ABD8-C8FE54F02CB7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72B8C09-9933-476A-8595-438F2CA24EA2}" type="pres">
      <dgm:prSet presAssocID="{88A82FAA-35ED-43FC-9B6C-2DFF9764A1ED}" presName="circle1" presStyleLbl="node1" presStyleIdx="0" presStyleCnt="3"/>
      <dgm:spPr>
        <a:gradFill rotWithShape="0">
          <a:gsLst>
            <a:gs pos="0">
              <a:srgbClr val="E6DCAC"/>
            </a:gs>
            <a:gs pos="12000">
              <a:srgbClr val="E6D78A"/>
            </a:gs>
            <a:gs pos="30000">
              <a:srgbClr val="C7AC4C"/>
            </a:gs>
            <a:gs pos="45000">
              <a:srgbClr val="E6D78A"/>
            </a:gs>
            <a:gs pos="77000">
              <a:srgbClr val="C7AC4C"/>
            </a:gs>
            <a:gs pos="100000">
              <a:srgbClr val="E6DCAC"/>
            </a:gs>
          </a:gsLst>
          <a:lin ang="8350000" scaled="0"/>
        </a:gradFill>
      </dgm:spPr>
    </dgm:pt>
    <dgm:pt modelId="{12A048B5-F702-4888-9380-CFA87B147BB4}" type="pres">
      <dgm:prSet presAssocID="{88A82FAA-35ED-43FC-9B6C-2DFF9764A1ED}" presName="space" presStyleCnt="0"/>
      <dgm:spPr/>
    </dgm:pt>
    <dgm:pt modelId="{60B2C4BF-3F75-4697-8214-860D88FF9A7F}" type="pres">
      <dgm:prSet presAssocID="{88A82FAA-35ED-43FC-9B6C-2DFF9764A1ED}" presName="rect1" presStyleLbl="alignAcc1" presStyleIdx="0" presStyleCnt="3"/>
      <dgm:spPr/>
      <dgm:t>
        <a:bodyPr/>
        <a:lstStyle/>
        <a:p>
          <a:endParaRPr lang="en-US"/>
        </a:p>
      </dgm:t>
    </dgm:pt>
    <dgm:pt modelId="{48D09F7E-B795-42C1-AD56-51805C01420A}" type="pres">
      <dgm:prSet presAssocID="{4FD81B9B-5C47-46CE-9F58-853D0CA3DAF8}" presName="vertSpace2" presStyleLbl="node1" presStyleIdx="0" presStyleCnt="3"/>
      <dgm:spPr/>
    </dgm:pt>
    <dgm:pt modelId="{3FE73B13-55ED-4299-A48A-9FC31631FECF}" type="pres">
      <dgm:prSet presAssocID="{4FD81B9B-5C47-46CE-9F58-853D0CA3DAF8}" presName="circle2" presStyleLbl="node1" presStyleIdx="1" presStyleCnt="3"/>
      <dgm:spPr>
        <a:gradFill rotWithShape="0">
          <a:gsLst>
            <a:gs pos="0">
              <a:srgbClr val="E6DCAC"/>
            </a:gs>
            <a:gs pos="12000">
              <a:srgbClr val="E6D78A"/>
            </a:gs>
            <a:gs pos="30000">
              <a:srgbClr val="C7AC4C"/>
            </a:gs>
            <a:gs pos="45000">
              <a:srgbClr val="E6D78A"/>
            </a:gs>
            <a:gs pos="77000">
              <a:srgbClr val="C7AC4C"/>
            </a:gs>
            <a:gs pos="100000">
              <a:srgbClr val="E6DCAC"/>
            </a:gs>
          </a:gsLst>
          <a:lin ang="8350000" scaled="0"/>
        </a:gradFill>
      </dgm:spPr>
    </dgm:pt>
    <dgm:pt modelId="{116ABE87-BB7D-4A5F-A172-357503BE8B49}" type="pres">
      <dgm:prSet presAssocID="{4FD81B9B-5C47-46CE-9F58-853D0CA3DAF8}" presName="rect2" presStyleLbl="alignAcc1" presStyleIdx="1" presStyleCnt="3"/>
      <dgm:spPr/>
      <dgm:t>
        <a:bodyPr/>
        <a:lstStyle/>
        <a:p>
          <a:endParaRPr lang="en-US"/>
        </a:p>
      </dgm:t>
    </dgm:pt>
    <dgm:pt modelId="{92C7F00D-0095-4E4A-80C4-C4522BD0325A}" type="pres">
      <dgm:prSet presAssocID="{D810FBF7-E43A-4AB0-804B-0F234D332B5C}" presName="vertSpace3" presStyleLbl="node1" presStyleIdx="1" presStyleCnt="3"/>
      <dgm:spPr/>
    </dgm:pt>
    <dgm:pt modelId="{D907E1F1-B1EC-4D47-AAC0-0C032453A7F0}" type="pres">
      <dgm:prSet presAssocID="{D810FBF7-E43A-4AB0-804B-0F234D332B5C}" presName="circle3" presStyleLbl="node1" presStyleIdx="2" presStyleCnt="3"/>
      <dgm:spPr>
        <a:gradFill rotWithShape="0">
          <a:gsLst>
            <a:gs pos="0">
              <a:srgbClr val="E6DCAC"/>
            </a:gs>
            <a:gs pos="12000">
              <a:srgbClr val="E6D78A"/>
            </a:gs>
            <a:gs pos="30000">
              <a:srgbClr val="C7AC4C"/>
            </a:gs>
            <a:gs pos="45000">
              <a:srgbClr val="E6D78A"/>
            </a:gs>
            <a:gs pos="77000">
              <a:srgbClr val="C7AC4C"/>
            </a:gs>
            <a:gs pos="100000">
              <a:srgbClr val="E6DCAC"/>
            </a:gs>
          </a:gsLst>
          <a:lin ang="8350000" scaled="0"/>
        </a:gradFill>
      </dgm:spPr>
    </dgm:pt>
    <dgm:pt modelId="{C5B3CFD4-5473-46E1-87E4-B067E77F8FE7}" type="pres">
      <dgm:prSet presAssocID="{D810FBF7-E43A-4AB0-804B-0F234D332B5C}" presName="rect3" presStyleLbl="alignAcc1" presStyleIdx="2" presStyleCnt="3"/>
      <dgm:spPr/>
      <dgm:t>
        <a:bodyPr/>
        <a:lstStyle/>
        <a:p>
          <a:endParaRPr lang="en-US"/>
        </a:p>
      </dgm:t>
    </dgm:pt>
    <dgm:pt modelId="{D566C10D-A330-4235-A91B-8CC8779C23A7}" type="pres">
      <dgm:prSet presAssocID="{88A82FAA-35ED-43FC-9B6C-2DFF9764A1ED}" presName="rect1ParTxNoCh" presStyleLbl="alignAcc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04DA054-DFBE-4BDC-B062-961DC922B27B}" type="pres">
      <dgm:prSet presAssocID="{4FD81B9B-5C47-46CE-9F58-853D0CA3DAF8}" presName="rect2ParTxNoCh" presStyleLbl="alignAcc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A5C03F3-606E-413C-9E7D-3BD51AB5DAD2}" type="pres">
      <dgm:prSet presAssocID="{D810FBF7-E43A-4AB0-804B-0F234D332B5C}" presName="rect3ParTxNoCh" presStyleLbl="alignAcc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8F7CAC3-5C22-446B-B861-AAF23795E3BE}" srcId="{7C8EEB93-18EB-4FFA-ABD8-C8FE54F02CB7}" destId="{4FD81B9B-5C47-46CE-9F58-853D0CA3DAF8}" srcOrd="1" destOrd="0" parTransId="{268AEAFD-641D-4F61-BF41-25AB79D2B858}" sibTransId="{C2C17117-7591-41B0-909F-4E2B28947BFE}"/>
    <dgm:cxn modelId="{C213C20F-C4AC-4079-A06A-D37D66489141}" srcId="{7C8EEB93-18EB-4FFA-ABD8-C8FE54F02CB7}" destId="{D810FBF7-E43A-4AB0-804B-0F234D332B5C}" srcOrd="2" destOrd="0" parTransId="{A17D17C0-11D5-420C-A00C-E858362BF7DA}" sibTransId="{6ED17940-8614-4F5C-91A8-2670B73C61A6}"/>
    <dgm:cxn modelId="{D58DDE73-8C0A-4668-B38F-7132B4ACEB57}" type="presOf" srcId="{4FD81B9B-5C47-46CE-9F58-853D0CA3DAF8}" destId="{504DA054-DFBE-4BDC-B062-961DC922B27B}" srcOrd="1" destOrd="0" presId="urn:microsoft.com/office/officeart/2005/8/layout/target3"/>
    <dgm:cxn modelId="{D7DAB86A-5C4B-4575-855F-4E19F103676B}" type="presOf" srcId="{D810FBF7-E43A-4AB0-804B-0F234D332B5C}" destId="{C5B3CFD4-5473-46E1-87E4-B067E77F8FE7}" srcOrd="0" destOrd="0" presId="urn:microsoft.com/office/officeart/2005/8/layout/target3"/>
    <dgm:cxn modelId="{73EE2D1E-A29A-4C99-BFAA-F247FA6CC0E7}" type="presOf" srcId="{88A82FAA-35ED-43FC-9B6C-2DFF9764A1ED}" destId="{60B2C4BF-3F75-4697-8214-860D88FF9A7F}" srcOrd="0" destOrd="0" presId="urn:microsoft.com/office/officeart/2005/8/layout/target3"/>
    <dgm:cxn modelId="{F14BDEBF-C632-4481-9717-938860775651}" srcId="{7C8EEB93-18EB-4FFA-ABD8-C8FE54F02CB7}" destId="{88A82FAA-35ED-43FC-9B6C-2DFF9764A1ED}" srcOrd="0" destOrd="0" parTransId="{AA46D67C-FE2F-4ED3-84FD-AAA15039D9EF}" sibTransId="{FA1A540B-05C4-4286-A762-6D2844F079D4}"/>
    <dgm:cxn modelId="{939D2BE4-6E48-4D9E-A807-96E0913C8126}" type="presOf" srcId="{4FD81B9B-5C47-46CE-9F58-853D0CA3DAF8}" destId="{116ABE87-BB7D-4A5F-A172-357503BE8B49}" srcOrd="0" destOrd="0" presId="urn:microsoft.com/office/officeart/2005/8/layout/target3"/>
    <dgm:cxn modelId="{08145B6D-41EA-4A60-A118-69B5DAABEB2D}" type="presOf" srcId="{7C8EEB93-18EB-4FFA-ABD8-C8FE54F02CB7}" destId="{ED81150A-02FB-43F3-80FD-1E060BECCFEF}" srcOrd="0" destOrd="0" presId="urn:microsoft.com/office/officeart/2005/8/layout/target3"/>
    <dgm:cxn modelId="{EB41C656-D582-4E7F-9992-2426DA31EE6B}" type="presOf" srcId="{D810FBF7-E43A-4AB0-804B-0F234D332B5C}" destId="{7A5C03F3-606E-413C-9E7D-3BD51AB5DAD2}" srcOrd="1" destOrd="0" presId="urn:microsoft.com/office/officeart/2005/8/layout/target3"/>
    <dgm:cxn modelId="{0B457C87-9F3C-4D39-9778-FC1C4B59940F}" type="presOf" srcId="{88A82FAA-35ED-43FC-9B6C-2DFF9764A1ED}" destId="{D566C10D-A330-4235-A91B-8CC8779C23A7}" srcOrd="1" destOrd="0" presId="urn:microsoft.com/office/officeart/2005/8/layout/target3"/>
    <dgm:cxn modelId="{F2014550-E8F5-4449-9D28-4E7A5B2F74A5}" type="presParOf" srcId="{ED81150A-02FB-43F3-80FD-1E060BECCFEF}" destId="{A72B8C09-9933-476A-8595-438F2CA24EA2}" srcOrd="0" destOrd="0" presId="urn:microsoft.com/office/officeart/2005/8/layout/target3"/>
    <dgm:cxn modelId="{41487020-AA00-44B9-8CD4-99243465D94D}" type="presParOf" srcId="{ED81150A-02FB-43F3-80FD-1E060BECCFEF}" destId="{12A048B5-F702-4888-9380-CFA87B147BB4}" srcOrd="1" destOrd="0" presId="urn:microsoft.com/office/officeart/2005/8/layout/target3"/>
    <dgm:cxn modelId="{183E78BC-186B-4135-B9DE-F645E8EE8EE8}" type="presParOf" srcId="{ED81150A-02FB-43F3-80FD-1E060BECCFEF}" destId="{60B2C4BF-3F75-4697-8214-860D88FF9A7F}" srcOrd="2" destOrd="0" presId="urn:microsoft.com/office/officeart/2005/8/layout/target3"/>
    <dgm:cxn modelId="{57DC3E74-CF1B-4852-8227-3E453040A506}" type="presParOf" srcId="{ED81150A-02FB-43F3-80FD-1E060BECCFEF}" destId="{48D09F7E-B795-42C1-AD56-51805C01420A}" srcOrd="3" destOrd="0" presId="urn:microsoft.com/office/officeart/2005/8/layout/target3"/>
    <dgm:cxn modelId="{E83FDC25-8453-4E57-AD7E-DDBC85F76371}" type="presParOf" srcId="{ED81150A-02FB-43F3-80FD-1E060BECCFEF}" destId="{3FE73B13-55ED-4299-A48A-9FC31631FECF}" srcOrd="4" destOrd="0" presId="urn:microsoft.com/office/officeart/2005/8/layout/target3"/>
    <dgm:cxn modelId="{4469A8D3-C4B1-4696-A50B-AECD11F1AB14}" type="presParOf" srcId="{ED81150A-02FB-43F3-80FD-1E060BECCFEF}" destId="{116ABE87-BB7D-4A5F-A172-357503BE8B49}" srcOrd="5" destOrd="0" presId="urn:microsoft.com/office/officeart/2005/8/layout/target3"/>
    <dgm:cxn modelId="{3012DAA0-EBA1-453F-8A6B-10A3CC78C27B}" type="presParOf" srcId="{ED81150A-02FB-43F3-80FD-1E060BECCFEF}" destId="{92C7F00D-0095-4E4A-80C4-C4522BD0325A}" srcOrd="6" destOrd="0" presId="urn:microsoft.com/office/officeart/2005/8/layout/target3"/>
    <dgm:cxn modelId="{967E6389-DE45-4523-AA13-320F2BBA2F32}" type="presParOf" srcId="{ED81150A-02FB-43F3-80FD-1E060BECCFEF}" destId="{D907E1F1-B1EC-4D47-AAC0-0C032453A7F0}" srcOrd="7" destOrd="0" presId="urn:microsoft.com/office/officeart/2005/8/layout/target3"/>
    <dgm:cxn modelId="{AA404539-2499-4EF2-857F-BA2DDFF6AEEC}" type="presParOf" srcId="{ED81150A-02FB-43F3-80FD-1E060BECCFEF}" destId="{C5B3CFD4-5473-46E1-87E4-B067E77F8FE7}" srcOrd="8" destOrd="0" presId="urn:microsoft.com/office/officeart/2005/8/layout/target3"/>
    <dgm:cxn modelId="{DBDB3097-6435-4878-9AE3-E02C197439CF}" type="presParOf" srcId="{ED81150A-02FB-43F3-80FD-1E060BECCFEF}" destId="{D566C10D-A330-4235-A91B-8CC8779C23A7}" srcOrd="9" destOrd="0" presId="urn:microsoft.com/office/officeart/2005/8/layout/target3"/>
    <dgm:cxn modelId="{29789B41-2146-4D2B-B262-47A4153BE10E}" type="presParOf" srcId="{ED81150A-02FB-43F3-80FD-1E060BECCFEF}" destId="{504DA054-DFBE-4BDC-B062-961DC922B27B}" srcOrd="10" destOrd="0" presId="urn:microsoft.com/office/officeart/2005/8/layout/target3"/>
    <dgm:cxn modelId="{78367449-9B89-4D9F-A757-3E2ED9EF4565}" type="presParOf" srcId="{ED81150A-02FB-43F3-80FD-1E060BECCFEF}" destId="{7A5C03F3-606E-413C-9E7D-3BD51AB5DAD2}" srcOrd="11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AD23756-594A-46AD-B6BB-87DA990838E6}" type="doc">
      <dgm:prSet loTypeId="urn:microsoft.com/office/officeart/2005/8/layout/vList3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08CBA22-8C97-481C-9AB0-E646F7D4042B}">
      <dgm:prSet/>
      <dgm:spPr/>
      <dgm:t>
        <a:bodyPr/>
        <a:lstStyle/>
        <a:p>
          <a:pPr rtl="0"/>
          <a:r>
            <a:rPr lang="en-US" b="1" dirty="0" smtClean="0"/>
            <a:t>T-shirt and Jeans:</a:t>
          </a:r>
          <a:r>
            <a:rPr lang="en-US" dirty="0" smtClean="0"/>
            <a:t> ₹2,500 (Single largest purchase).</a:t>
          </a:r>
          <a:endParaRPr lang="en-US" dirty="0"/>
        </a:p>
      </dgm:t>
    </dgm:pt>
    <dgm:pt modelId="{77CDA02F-9311-4CDD-AF38-0FFCB5C667A9}" type="parTrans" cxnId="{7969930A-EE76-43EE-BE9D-BEC4DF1D0977}">
      <dgm:prSet/>
      <dgm:spPr/>
      <dgm:t>
        <a:bodyPr/>
        <a:lstStyle/>
        <a:p>
          <a:endParaRPr lang="en-US"/>
        </a:p>
      </dgm:t>
    </dgm:pt>
    <dgm:pt modelId="{81D4AD73-9C05-4F3A-A142-434991D6B634}" type="sibTrans" cxnId="{7969930A-EE76-43EE-BE9D-BEC4DF1D0977}">
      <dgm:prSet/>
      <dgm:spPr/>
      <dgm:t>
        <a:bodyPr/>
        <a:lstStyle/>
        <a:p>
          <a:endParaRPr lang="en-US"/>
        </a:p>
      </dgm:t>
    </dgm:pt>
    <dgm:pt modelId="{5635DB71-4855-4B85-AC36-4BED788334D3}">
      <dgm:prSet/>
      <dgm:spPr/>
      <dgm:t>
        <a:bodyPr/>
        <a:lstStyle/>
        <a:p>
          <a:pPr rtl="0"/>
          <a:r>
            <a:rPr lang="en-US" b="1" dirty="0" smtClean="0"/>
            <a:t>Vegetables:</a:t>
          </a:r>
          <a:r>
            <a:rPr lang="en-US" dirty="0" smtClean="0"/>
            <a:t> ₹1,690.</a:t>
          </a:r>
          <a:endParaRPr lang="en-US" dirty="0"/>
        </a:p>
      </dgm:t>
    </dgm:pt>
    <dgm:pt modelId="{0270D28F-16C0-4B9B-94A9-9E21EAF5E126}" type="parTrans" cxnId="{8994403E-AF6E-4EFE-A9DD-65DC871C29F8}">
      <dgm:prSet/>
      <dgm:spPr/>
      <dgm:t>
        <a:bodyPr/>
        <a:lstStyle/>
        <a:p>
          <a:endParaRPr lang="en-US"/>
        </a:p>
      </dgm:t>
    </dgm:pt>
    <dgm:pt modelId="{4F26D12E-E0D7-420A-8A67-5DB5D84F16D9}" type="sibTrans" cxnId="{8994403E-AF6E-4EFE-A9DD-65DC871C29F8}">
      <dgm:prSet/>
      <dgm:spPr/>
      <dgm:t>
        <a:bodyPr/>
        <a:lstStyle/>
        <a:p>
          <a:endParaRPr lang="en-US"/>
        </a:p>
      </dgm:t>
    </dgm:pt>
    <dgm:pt modelId="{C06CD936-20F0-4BAA-83B0-40B6146D596D}">
      <dgm:prSet/>
      <dgm:spPr/>
      <dgm:t>
        <a:bodyPr/>
        <a:lstStyle/>
        <a:p>
          <a:pPr rtl="0"/>
          <a:r>
            <a:rPr lang="en-US" b="1" dirty="0" smtClean="0"/>
            <a:t>House Help:</a:t>
          </a:r>
          <a:r>
            <a:rPr lang="en-US" dirty="0" smtClean="0"/>
            <a:t> ₹1,000.</a:t>
          </a:r>
          <a:endParaRPr lang="en-US" dirty="0"/>
        </a:p>
      </dgm:t>
    </dgm:pt>
    <dgm:pt modelId="{DFD0A8D0-A29E-4557-88C3-CE608107D842}" type="parTrans" cxnId="{F35D91BE-ACFB-4E00-8C10-6DC3239CCC48}">
      <dgm:prSet/>
      <dgm:spPr/>
      <dgm:t>
        <a:bodyPr/>
        <a:lstStyle/>
        <a:p>
          <a:endParaRPr lang="en-US"/>
        </a:p>
      </dgm:t>
    </dgm:pt>
    <dgm:pt modelId="{CB0A8E8F-41BF-4B31-94F8-3316EC0DBCE7}" type="sibTrans" cxnId="{F35D91BE-ACFB-4E00-8C10-6DC3239CCC48}">
      <dgm:prSet/>
      <dgm:spPr/>
      <dgm:t>
        <a:bodyPr/>
        <a:lstStyle/>
        <a:p>
          <a:endParaRPr lang="en-US"/>
        </a:p>
      </dgm:t>
    </dgm:pt>
    <dgm:pt modelId="{8C152991-CA40-4E27-8F97-4BFAF9FB62C0}">
      <dgm:prSet/>
      <dgm:spPr/>
      <dgm:t>
        <a:bodyPr/>
        <a:lstStyle/>
        <a:p>
          <a:pPr rtl="0"/>
          <a:r>
            <a:rPr lang="en-US" b="1" dirty="0" smtClean="0"/>
            <a:t>Food grains &amp; Cereals:</a:t>
          </a:r>
          <a:r>
            <a:rPr lang="en-US" dirty="0" smtClean="0"/>
            <a:t> ₹1,050.</a:t>
          </a:r>
          <a:endParaRPr lang="en-US" dirty="0"/>
        </a:p>
      </dgm:t>
    </dgm:pt>
    <dgm:pt modelId="{BB5A95C3-FE88-4C2E-A8B4-0ADA2571C954}" type="parTrans" cxnId="{51EA6E74-9D89-4EAF-B881-2B0752B0302A}">
      <dgm:prSet/>
      <dgm:spPr/>
      <dgm:t>
        <a:bodyPr/>
        <a:lstStyle/>
        <a:p>
          <a:endParaRPr lang="en-US"/>
        </a:p>
      </dgm:t>
    </dgm:pt>
    <dgm:pt modelId="{BA3CB8AA-8F49-457B-93B6-D30BCC9AAC08}" type="sibTrans" cxnId="{51EA6E74-9D89-4EAF-B881-2B0752B0302A}">
      <dgm:prSet/>
      <dgm:spPr/>
      <dgm:t>
        <a:bodyPr/>
        <a:lstStyle/>
        <a:p>
          <a:endParaRPr lang="en-US"/>
        </a:p>
      </dgm:t>
    </dgm:pt>
    <dgm:pt modelId="{275689E5-5911-4661-A472-4D400F0CCF32}" type="pres">
      <dgm:prSet presAssocID="{9AD23756-594A-46AD-B6BB-87DA990838E6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9D4F28F-177A-4BFA-8B62-DB25CD815808}" type="pres">
      <dgm:prSet presAssocID="{808CBA22-8C97-481C-9AB0-E646F7D4042B}" presName="composite" presStyleCnt="0"/>
      <dgm:spPr/>
    </dgm:pt>
    <dgm:pt modelId="{FE4365DE-7ABC-465B-BD82-DBA7E20D5EF6}" type="pres">
      <dgm:prSet presAssocID="{808CBA22-8C97-481C-9AB0-E646F7D4042B}" presName="imgShp" presStyleLbl="fgImgPlace1" presStyleIdx="0" presStyleCnt="4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8FAA1ABB-0A37-431C-9676-48B4E79E3B45}" type="pres">
      <dgm:prSet presAssocID="{808CBA22-8C97-481C-9AB0-E646F7D4042B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EF812FE-F908-4995-AD41-A5CCAFEAD3C6}" type="pres">
      <dgm:prSet presAssocID="{81D4AD73-9C05-4F3A-A142-434991D6B634}" presName="spacing" presStyleCnt="0"/>
      <dgm:spPr/>
    </dgm:pt>
    <dgm:pt modelId="{B2D1CBB4-142B-42F5-A19F-45BD2EEF7073}" type="pres">
      <dgm:prSet presAssocID="{5635DB71-4855-4B85-AC36-4BED788334D3}" presName="composite" presStyleCnt="0"/>
      <dgm:spPr/>
    </dgm:pt>
    <dgm:pt modelId="{E71C939C-D012-4EDB-8F6A-2C9636CB9415}" type="pres">
      <dgm:prSet presAssocID="{5635DB71-4855-4B85-AC36-4BED788334D3}" presName="imgShp" presStyleLbl="fgImgPlace1" presStyleIdx="1" presStyleCnt="4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23AF0BEC-28EA-4DCC-B910-540D794AD8FE}" type="pres">
      <dgm:prSet presAssocID="{5635DB71-4855-4B85-AC36-4BED788334D3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27FC24-F50B-462A-8E44-C9CF309C72C8}" type="pres">
      <dgm:prSet presAssocID="{4F26D12E-E0D7-420A-8A67-5DB5D84F16D9}" presName="spacing" presStyleCnt="0"/>
      <dgm:spPr/>
    </dgm:pt>
    <dgm:pt modelId="{1FA19AEE-6ADD-44F7-AEFE-5782E5E2EA89}" type="pres">
      <dgm:prSet presAssocID="{C06CD936-20F0-4BAA-83B0-40B6146D596D}" presName="composite" presStyleCnt="0"/>
      <dgm:spPr/>
    </dgm:pt>
    <dgm:pt modelId="{EB391DDF-7EF5-4BE2-98FB-F55A08063BAF}" type="pres">
      <dgm:prSet presAssocID="{C06CD936-20F0-4BAA-83B0-40B6146D596D}" presName="imgShp" presStyleLbl="fgImgPlace1" presStyleIdx="2" presStyleCnt="4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63D85EF4-2F04-4314-A442-EB594266028A}" type="pres">
      <dgm:prSet presAssocID="{C06CD936-20F0-4BAA-83B0-40B6146D596D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EAE1334-61DF-46AB-BC17-E064EFCEAFA7}" type="pres">
      <dgm:prSet presAssocID="{CB0A8E8F-41BF-4B31-94F8-3316EC0DBCE7}" presName="spacing" presStyleCnt="0"/>
      <dgm:spPr/>
    </dgm:pt>
    <dgm:pt modelId="{4AD88CA5-0DE0-4A23-8769-4ADBFA694E0E}" type="pres">
      <dgm:prSet presAssocID="{8C152991-CA40-4E27-8F97-4BFAF9FB62C0}" presName="composite" presStyleCnt="0"/>
      <dgm:spPr/>
    </dgm:pt>
    <dgm:pt modelId="{00FDB1BE-E0F7-4228-8CAC-AB094E02F3D7}" type="pres">
      <dgm:prSet presAssocID="{8C152991-CA40-4E27-8F97-4BFAF9FB62C0}" presName="imgShp" presStyleLbl="fgImgPlace1" presStyleIdx="3" presStyleCnt="4"/>
      <dgm:spPr>
        <a:blipFill rotWithShape="0">
          <a:blip xmlns:r="http://schemas.openxmlformats.org/officeDocument/2006/relationships" r:embed="rId4"/>
          <a:stretch>
            <a:fillRect/>
          </a:stretch>
        </a:blipFill>
      </dgm:spPr>
    </dgm:pt>
    <dgm:pt modelId="{A53113E8-88FF-4F74-9FFD-C8E128FB2479}" type="pres">
      <dgm:prSet presAssocID="{8C152991-CA40-4E27-8F97-4BFAF9FB62C0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CE2182A-FE95-4C86-9E96-18FC35414437}" type="presOf" srcId="{9AD23756-594A-46AD-B6BB-87DA990838E6}" destId="{275689E5-5911-4661-A472-4D400F0CCF32}" srcOrd="0" destOrd="0" presId="urn:microsoft.com/office/officeart/2005/8/layout/vList3"/>
    <dgm:cxn modelId="{51EA6E74-9D89-4EAF-B881-2B0752B0302A}" srcId="{9AD23756-594A-46AD-B6BB-87DA990838E6}" destId="{8C152991-CA40-4E27-8F97-4BFAF9FB62C0}" srcOrd="3" destOrd="0" parTransId="{BB5A95C3-FE88-4C2E-A8B4-0ADA2571C954}" sibTransId="{BA3CB8AA-8F49-457B-93B6-D30BCC9AAC08}"/>
    <dgm:cxn modelId="{35E5C04A-CB6E-4319-8A81-B977EB7E278D}" type="presOf" srcId="{C06CD936-20F0-4BAA-83B0-40B6146D596D}" destId="{63D85EF4-2F04-4314-A442-EB594266028A}" srcOrd="0" destOrd="0" presId="urn:microsoft.com/office/officeart/2005/8/layout/vList3"/>
    <dgm:cxn modelId="{C5E0D7C1-52C9-4656-AF1A-0138BE292F4F}" type="presOf" srcId="{8C152991-CA40-4E27-8F97-4BFAF9FB62C0}" destId="{A53113E8-88FF-4F74-9FFD-C8E128FB2479}" srcOrd="0" destOrd="0" presId="urn:microsoft.com/office/officeart/2005/8/layout/vList3"/>
    <dgm:cxn modelId="{FD853C99-7784-404F-B8F0-3C0A8756C331}" type="presOf" srcId="{5635DB71-4855-4B85-AC36-4BED788334D3}" destId="{23AF0BEC-28EA-4DCC-B910-540D794AD8FE}" srcOrd="0" destOrd="0" presId="urn:microsoft.com/office/officeart/2005/8/layout/vList3"/>
    <dgm:cxn modelId="{7969930A-EE76-43EE-BE9D-BEC4DF1D0977}" srcId="{9AD23756-594A-46AD-B6BB-87DA990838E6}" destId="{808CBA22-8C97-481C-9AB0-E646F7D4042B}" srcOrd="0" destOrd="0" parTransId="{77CDA02F-9311-4CDD-AF38-0FFCB5C667A9}" sibTransId="{81D4AD73-9C05-4F3A-A142-434991D6B634}"/>
    <dgm:cxn modelId="{8994403E-AF6E-4EFE-A9DD-65DC871C29F8}" srcId="{9AD23756-594A-46AD-B6BB-87DA990838E6}" destId="{5635DB71-4855-4B85-AC36-4BED788334D3}" srcOrd="1" destOrd="0" parTransId="{0270D28F-16C0-4B9B-94A9-9E21EAF5E126}" sibTransId="{4F26D12E-E0D7-420A-8A67-5DB5D84F16D9}"/>
    <dgm:cxn modelId="{F35D91BE-ACFB-4E00-8C10-6DC3239CCC48}" srcId="{9AD23756-594A-46AD-B6BB-87DA990838E6}" destId="{C06CD936-20F0-4BAA-83B0-40B6146D596D}" srcOrd="2" destOrd="0" parTransId="{DFD0A8D0-A29E-4557-88C3-CE608107D842}" sibTransId="{CB0A8E8F-41BF-4B31-94F8-3316EC0DBCE7}"/>
    <dgm:cxn modelId="{1DE1C13E-57E6-4608-8ADF-B3D5014A74AA}" type="presOf" srcId="{808CBA22-8C97-481C-9AB0-E646F7D4042B}" destId="{8FAA1ABB-0A37-431C-9676-48B4E79E3B45}" srcOrd="0" destOrd="0" presId="urn:microsoft.com/office/officeart/2005/8/layout/vList3"/>
    <dgm:cxn modelId="{D7055002-94C9-474D-A5E1-3E7935205B01}" type="presParOf" srcId="{275689E5-5911-4661-A472-4D400F0CCF32}" destId="{19D4F28F-177A-4BFA-8B62-DB25CD815808}" srcOrd="0" destOrd="0" presId="urn:microsoft.com/office/officeart/2005/8/layout/vList3"/>
    <dgm:cxn modelId="{0ADD4936-B20A-450B-9D91-9B99F4D59E14}" type="presParOf" srcId="{19D4F28F-177A-4BFA-8B62-DB25CD815808}" destId="{FE4365DE-7ABC-465B-BD82-DBA7E20D5EF6}" srcOrd="0" destOrd="0" presId="urn:microsoft.com/office/officeart/2005/8/layout/vList3"/>
    <dgm:cxn modelId="{A27CA1F6-1CE0-44EC-AA92-4B6272C77F15}" type="presParOf" srcId="{19D4F28F-177A-4BFA-8B62-DB25CD815808}" destId="{8FAA1ABB-0A37-431C-9676-48B4E79E3B45}" srcOrd="1" destOrd="0" presId="urn:microsoft.com/office/officeart/2005/8/layout/vList3"/>
    <dgm:cxn modelId="{1B1CC068-9920-4D5C-BEE1-967B222BE614}" type="presParOf" srcId="{275689E5-5911-4661-A472-4D400F0CCF32}" destId="{9EF812FE-F908-4995-AD41-A5CCAFEAD3C6}" srcOrd="1" destOrd="0" presId="urn:microsoft.com/office/officeart/2005/8/layout/vList3"/>
    <dgm:cxn modelId="{903A488C-89C8-4960-AEE9-EC0963977739}" type="presParOf" srcId="{275689E5-5911-4661-A472-4D400F0CCF32}" destId="{B2D1CBB4-142B-42F5-A19F-45BD2EEF7073}" srcOrd="2" destOrd="0" presId="urn:microsoft.com/office/officeart/2005/8/layout/vList3"/>
    <dgm:cxn modelId="{45A903E5-6F4B-4EA5-9AF2-FFCE20DFBED2}" type="presParOf" srcId="{B2D1CBB4-142B-42F5-A19F-45BD2EEF7073}" destId="{E71C939C-D012-4EDB-8F6A-2C9636CB9415}" srcOrd="0" destOrd="0" presId="urn:microsoft.com/office/officeart/2005/8/layout/vList3"/>
    <dgm:cxn modelId="{DA17A7C5-DB25-487D-9A2F-CD4152472B79}" type="presParOf" srcId="{B2D1CBB4-142B-42F5-A19F-45BD2EEF7073}" destId="{23AF0BEC-28EA-4DCC-B910-540D794AD8FE}" srcOrd="1" destOrd="0" presId="urn:microsoft.com/office/officeart/2005/8/layout/vList3"/>
    <dgm:cxn modelId="{9AC3EE83-45C7-48CA-BE1A-D60A82F3E6FB}" type="presParOf" srcId="{275689E5-5911-4661-A472-4D400F0CCF32}" destId="{5527FC24-F50B-462A-8E44-C9CF309C72C8}" srcOrd="3" destOrd="0" presId="urn:microsoft.com/office/officeart/2005/8/layout/vList3"/>
    <dgm:cxn modelId="{7F2259F8-56D9-4535-8E11-9154E79B6F5F}" type="presParOf" srcId="{275689E5-5911-4661-A472-4D400F0CCF32}" destId="{1FA19AEE-6ADD-44F7-AEFE-5782E5E2EA89}" srcOrd="4" destOrd="0" presId="urn:microsoft.com/office/officeart/2005/8/layout/vList3"/>
    <dgm:cxn modelId="{D76C37A8-8C3E-4736-8B35-D5326CE8B36D}" type="presParOf" srcId="{1FA19AEE-6ADD-44F7-AEFE-5782E5E2EA89}" destId="{EB391DDF-7EF5-4BE2-98FB-F55A08063BAF}" srcOrd="0" destOrd="0" presId="urn:microsoft.com/office/officeart/2005/8/layout/vList3"/>
    <dgm:cxn modelId="{D7081376-6433-4E19-AEF6-25FEB7DBCA23}" type="presParOf" srcId="{1FA19AEE-6ADD-44F7-AEFE-5782E5E2EA89}" destId="{63D85EF4-2F04-4314-A442-EB594266028A}" srcOrd="1" destOrd="0" presId="urn:microsoft.com/office/officeart/2005/8/layout/vList3"/>
    <dgm:cxn modelId="{9289E178-015E-414F-9F73-4AF99753F763}" type="presParOf" srcId="{275689E5-5911-4661-A472-4D400F0CCF32}" destId="{CEAE1334-61DF-46AB-BC17-E064EFCEAFA7}" srcOrd="5" destOrd="0" presId="urn:microsoft.com/office/officeart/2005/8/layout/vList3"/>
    <dgm:cxn modelId="{3A684101-E83B-4F83-B87D-6F29EA4EA63A}" type="presParOf" srcId="{275689E5-5911-4661-A472-4D400F0CCF32}" destId="{4AD88CA5-0DE0-4A23-8769-4ADBFA694E0E}" srcOrd="6" destOrd="0" presId="urn:microsoft.com/office/officeart/2005/8/layout/vList3"/>
    <dgm:cxn modelId="{91FC0031-3242-49FF-A0B7-2AB07694A565}" type="presParOf" srcId="{4AD88CA5-0DE0-4A23-8769-4ADBFA694E0E}" destId="{00FDB1BE-E0F7-4228-8CAC-AB094E02F3D7}" srcOrd="0" destOrd="0" presId="urn:microsoft.com/office/officeart/2005/8/layout/vList3"/>
    <dgm:cxn modelId="{D4DF2015-93BB-4AAE-9435-48BCEF5FE4C7}" type="presParOf" srcId="{4AD88CA5-0DE0-4A23-8769-4ADBFA694E0E}" destId="{A53113E8-88FF-4F74-9FFD-C8E128FB247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C185393-F48A-401E-80EA-AE8DCBE3ED00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380DE8BA-330C-4758-8069-D56B7B63F2FA}">
      <dgm:prSet/>
      <dgm:spPr/>
      <dgm:t>
        <a:bodyPr/>
        <a:lstStyle/>
        <a:p>
          <a:pPr rtl="0"/>
          <a:r>
            <a:rPr lang="en-US" dirty="0" smtClean="0"/>
            <a:t>Spending was heavily influenced by </a:t>
          </a:r>
          <a:r>
            <a:rPr lang="en-US" b="1" dirty="0" smtClean="0"/>
            <a:t>Grocery</a:t>
          </a:r>
          <a:r>
            <a:rPr lang="en-US" dirty="0" smtClean="0"/>
            <a:t> needs and a significant </a:t>
          </a:r>
          <a:r>
            <a:rPr lang="en-US" b="1" dirty="0" smtClean="0"/>
            <a:t>Shopping</a:t>
          </a:r>
          <a:r>
            <a:rPr lang="en-US" dirty="0" smtClean="0"/>
            <a:t> trip for clothes.</a:t>
          </a:r>
          <a:endParaRPr lang="en-US" dirty="0"/>
        </a:p>
      </dgm:t>
    </dgm:pt>
    <dgm:pt modelId="{88D99566-BC5D-401C-A900-F5F12FFB8C35}" type="parTrans" cxnId="{19A621E4-646C-4508-91AA-30034D739FDC}">
      <dgm:prSet/>
      <dgm:spPr/>
      <dgm:t>
        <a:bodyPr/>
        <a:lstStyle/>
        <a:p>
          <a:endParaRPr lang="en-US"/>
        </a:p>
      </dgm:t>
    </dgm:pt>
    <dgm:pt modelId="{0E0866EA-D228-4DFA-A768-E1222304BD7B}" type="sibTrans" cxnId="{19A621E4-646C-4508-91AA-30034D739FDC}">
      <dgm:prSet/>
      <dgm:spPr/>
      <dgm:t>
        <a:bodyPr/>
        <a:lstStyle/>
        <a:p>
          <a:endParaRPr lang="en-US"/>
        </a:p>
      </dgm:t>
    </dgm:pt>
    <dgm:pt modelId="{369878ED-BC78-4F26-A6A0-96386598643D}">
      <dgm:prSet/>
      <dgm:spPr/>
      <dgm:t>
        <a:bodyPr/>
        <a:lstStyle/>
        <a:p>
          <a:pPr rtl="0"/>
          <a:r>
            <a:rPr lang="en-US" b="1" dirty="0" smtClean="0"/>
            <a:t>Entertainment</a:t>
          </a:r>
          <a:r>
            <a:rPr lang="en-US" dirty="0" smtClean="0"/>
            <a:t> (₹1,000) and </a:t>
          </a:r>
          <a:r>
            <a:rPr lang="en-US" b="1" dirty="0" smtClean="0"/>
            <a:t>Food/Dining</a:t>
          </a:r>
          <a:r>
            <a:rPr lang="en-US" dirty="0" smtClean="0"/>
            <a:t> (₹850) were kept relatively low this month compared to essentials.</a:t>
          </a:r>
          <a:endParaRPr lang="en-US" dirty="0"/>
        </a:p>
      </dgm:t>
    </dgm:pt>
    <dgm:pt modelId="{FC0233DC-44DC-427E-9729-5A74A9A3B000}" type="parTrans" cxnId="{5F124FE8-D459-4399-9F18-A89815DE34C7}">
      <dgm:prSet/>
      <dgm:spPr/>
      <dgm:t>
        <a:bodyPr/>
        <a:lstStyle/>
        <a:p>
          <a:endParaRPr lang="en-US"/>
        </a:p>
      </dgm:t>
    </dgm:pt>
    <dgm:pt modelId="{889B241A-8353-47BE-A6D6-BF79ADDA5A30}" type="sibTrans" cxnId="{5F124FE8-D459-4399-9F18-A89815DE34C7}">
      <dgm:prSet/>
      <dgm:spPr/>
      <dgm:t>
        <a:bodyPr/>
        <a:lstStyle/>
        <a:p>
          <a:endParaRPr lang="en-US"/>
        </a:p>
      </dgm:t>
    </dgm:pt>
    <dgm:pt modelId="{929DE3A0-0F8A-48A0-88AC-84DDEB054632}" type="pres">
      <dgm:prSet presAssocID="{1C185393-F48A-401E-80EA-AE8DCBE3ED0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B927CC3-96C1-4A3E-9208-A7FC5CEF806E}" type="pres">
      <dgm:prSet presAssocID="{380DE8BA-330C-4758-8069-D56B7B63F2FA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0FFE465-82E1-4BC4-8E99-3A327AAAD0B2}" type="pres">
      <dgm:prSet presAssocID="{0E0866EA-D228-4DFA-A768-E1222304BD7B}" presName="spacer" presStyleCnt="0"/>
      <dgm:spPr/>
    </dgm:pt>
    <dgm:pt modelId="{8C1EFAA2-9DB2-4EEB-83D9-67E8389782D8}" type="pres">
      <dgm:prSet presAssocID="{369878ED-BC78-4F26-A6A0-96386598643D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A19482C-7DE9-4CF7-B77C-483DE794D3B0}" type="presOf" srcId="{369878ED-BC78-4F26-A6A0-96386598643D}" destId="{8C1EFAA2-9DB2-4EEB-83D9-67E8389782D8}" srcOrd="0" destOrd="0" presId="urn:microsoft.com/office/officeart/2005/8/layout/vList2"/>
    <dgm:cxn modelId="{4F9E556F-B2F4-4146-855F-5EB800B25EC4}" type="presOf" srcId="{380DE8BA-330C-4758-8069-D56B7B63F2FA}" destId="{8B927CC3-96C1-4A3E-9208-A7FC5CEF806E}" srcOrd="0" destOrd="0" presId="urn:microsoft.com/office/officeart/2005/8/layout/vList2"/>
    <dgm:cxn modelId="{19A621E4-646C-4508-91AA-30034D739FDC}" srcId="{1C185393-F48A-401E-80EA-AE8DCBE3ED00}" destId="{380DE8BA-330C-4758-8069-D56B7B63F2FA}" srcOrd="0" destOrd="0" parTransId="{88D99566-BC5D-401C-A900-F5F12FFB8C35}" sibTransId="{0E0866EA-D228-4DFA-A768-E1222304BD7B}"/>
    <dgm:cxn modelId="{08E7521A-264F-47BD-AB34-4FBBD0DFC1DD}" type="presOf" srcId="{1C185393-F48A-401E-80EA-AE8DCBE3ED00}" destId="{929DE3A0-0F8A-48A0-88AC-84DDEB054632}" srcOrd="0" destOrd="0" presId="urn:microsoft.com/office/officeart/2005/8/layout/vList2"/>
    <dgm:cxn modelId="{5F124FE8-D459-4399-9F18-A89815DE34C7}" srcId="{1C185393-F48A-401E-80EA-AE8DCBE3ED00}" destId="{369878ED-BC78-4F26-A6A0-96386598643D}" srcOrd="1" destOrd="0" parTransId="{FC0233DC-44DC-427E-9729-5A74A9A3B000}" sibTransId="{889B241A-8353-47BE-A6D6-BF79ADDA5A30}"/>
    <dgm:cxn modelId="{0D0D9E43-03DF-4CFF-B571-F1F5A72388CD}" type="presParOf" srcId="{929DE3A0-0F8A-48A0-88AC-84DDEB054632}" destId="{8B927CC3-96C1-4A3E-9208-A7FC5CEF806E}" srcOrd="0" destOrd="0" presId="urn:microsoft.com/office/officeart/2005/8/layout/vList2"/>
    <dgm:cxn modelId="{2EBFD19C-CD3C-4DFE-8E50-EC6C5B4BAA8C}" type="presParOf" srcId="{929DE3A0-0F8A-48A0-88AC-84DDEB054632}" destId="{90FFE465-82E1-4BC4-8E99-3A327AAAD0B2}" srcOrd="1" destOrd="0" presId="urn:microsoft.com/office/officeart/2005/8/layout/vList2"/>
    <dgm:cxn modelId="{7678256C-927D-431F-8FC5-2786BE00D36B}" type="presParOf" srcId="{929DE3A0-0F8A-48A0-88AC-84DDEB054632}" destId="{8C1EFAA2-9DB2-4EEB-83D9-67E8389782D8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63BF261-60DB-4171-A075-08290215E146}" type="doc">
      <dgm:prSet loTypeId="urn:microsoft.com/office/officeart/2005/8/layout/pyramid4" loCatId="relationship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3A4A5D3-3175-4931-A0C7-FDCA6D8FF9EB}">
      <dgm:prSet custT="1"/>
      <dgm:spPr/>
      <dgm:t>
        <a:bodyPr/>
        <a:lstStyle/>
        <a:p>
          <a:pPr rtl="0"/>
          <a:r>
            <a:rPr lang="en-US" sz="1400" b="1" i="0" baseline="0" dirty="0" smtClean="0">
              <a:solidFill>
                <a:schemeClr val="tx1"/>
              </a:solidFill>
              <a:latin typeface="+mn-lt"/>
              <a:cs typeface="+mn-cs"/>
            </a:rPr>
            <a:t>Grocery is the dominant category, consuming 34.6% (₹4,690) of the total budget.</a:t>
          </a:r>
          <a:endParaRPr lang="en-US" sz="1400" b="1" i="0" baseline="0" dirty="0">
            <a:solidFill>
              <a:schemeClr val="tx1"/>
            </a:solidFill>
            <a:latin typeface="+mn-lt"/>
            <a:cs typeface="+mn-cs"/>
          </a:endParaRPr>
        </a:p>
      </dgm:t>
    </dgm:pt>
    <dgm:pt modelId="{9AC54DD8-85E9-43FA-8378-A82D1BBB3D14}" type="parTrans" cxnId="{8FC764CB-A981-4017-AE63-CBA1A87764F0}">
      <dgm:prSet/>
      <dgm:spPr/>
      <dgm:t>
        <a:bodyPr/>
        <a:lstStyle/>
        <a:p>
          <a:endParaRPr lang="en-US"/>
        </a:p>
      </dgm:t>
    </dgm:pt>
    <dgm:pt modelId="{3A4520A5-D4F5-4024-A5DE-7F8AD8E77F9F}" type="sibTrans" cxnId="{8FC764CB-A981-4017-AE63-CBA1A87764F0}">
      <dgm:prSet/>
      <dgm:spPr/>
      <dgm:t>
        <a:bodyPr/>
        <a:lstStyle/>
        <a:p>
          <a:endParaRPr lang="en-US"/>
        </a:p>
      </dgm:t>
    </dgm:pt>
    <dgm:pt modelId="{FC31A94A-9FCC-4C2F-89C6-AB697E5BD372}">
      <dgm:prSet custT="1"/>
      <dgm:spPr/>
      <dgm:t>
        <a:bodyPr/>
        <a:lstStyle/>
        <a:p>
          <a:pPr algn="ctr" rtl="0"/>
          <a:r>
            <a:rPr lang="en-US" sz="1200" b="1" i="0" baseline="0" dirty="0" smtClean="0">
              <a:solidFill>
                <a:schemeClr val="tx1"/>
              </a:solidFill>
            </a:rPr>
            <a:t>Shopping is the second largest at 25.8% (₹3,500), primarily due to clothing purchases.</a:t>
          </a:r>
          <a:endParaRPr lang="en-US" sz="1200" b="1" i="0" baseline="0" dirty="0">
            <a:solidFill>
              <a:schemeClr val="tx1"/>
            </a:solidFill>
          </a:endParaRPr>
        </a:p>
      </dgm:t>
    </dgm:pt>
    <dgm:pt modelId="{E13AF855-5261-4E1A-BE19-1009347861C9}" type="parTrans" cxnId="{EAA0C581-BB4B-4F86-A442-2DA3A205E4DD}">
      <dgm:prSet/>
      <dgm:spPr/>
      <dgm:t>
        <a:bodyPr/>
        <a:lstStyle/>
        <a:p>
          <a:endParaRPr lang="en-US"/>
        </a:p>
      </dgm:t>
    </dgm:pt>
    <dgm:pt modelId="{CF802979-0077-4E70-965F-2EDB7DA74403}" type="sibTrans" cxnId="{EAA0C581-BB4B-4F86-A442-2DA3A205E4DD}">
      <dgm:prSet/>
      <dgm:spPr/>
      <dgm:t>
        <a:bodyPr/>
        <a:lstStyle/>
        <a:p>
          <a:endParaRPr lang="en-US"/>
        </a:p>
      </dgm:t>
    </dgm:pt>
    <dgm:pt modelId="{86DB0679-306E-4ECF-962A-D81D344F2180}">
      <dgm:prSet custT="1"/>
      <dgm:spPr/>
      <dgm:t>
        <a:bodyPr/>
        <a:lstStyle/>
        <a:p>
          <a:pPr rtl="0"/>
          <a:r>
            <a:rPr lang="en-US" sz="1100" b="1" i="0" baseline="0" dirty="0" smtClean="0">
              <a:solidFill>
                <a:schemeClr val="tx1"/>
              </a:solidFill>
            </a:rPr>
            <a:t>Ticket and Bills accounts for 19.0% (₹2,570).</a:t>
          </a:r>
          <a:endParaRPr lang="en-US" sz="1100" b="1" i="0" baseline="0" dirty="0">
            <a:solidFill>
              <a:schemeClr val="tx1"/>
            </a:solidFill>
          </a:endParaRPr>
        </a:p>
      </dgm:t>
    </dgm:pt>
    <dgm:pt modelId="{B785F5E1-96F8-4EFA-904B-C0D18057E677}" type="parTrans" cxnId="{60634427-B24E-40EC-A8D8-DD0EA5EEE0B8}">
      <dgm:prSet/>
      <dgm:spPr/>
      <dgm:t>
        <a:bodyPr/>
        <a:lstStyle/>
        <a:p>
          <a:endParaRPr lang="en-US"/>
        </a:p>
      </dgm:t>
    </dgm:pt>
    <dgm:pt modelId="{D7932648-FFAB-4BCC-BFFB-DF495FEC9E15}" type="sibTrans" cxnId="{60634427-B24E-40EC-A8D8-DD0EA5EEE0B8}">
      <dgm:prSet/>
      <dgm:spPr/>
      <dgm:t>
        <a:bodyPr/>
        <a:lstStyle/>
        <a:p>
          <a:endParaRPr lang="en-US"/>
        </a:p>
      </dgm:t>
    </dgm:pt>
    <dgm:pt modelId="{C32DA4D1-D983-4A15-8970-87CA99072835}">
      <dgm:prSet custT="1"/>
      <dgm:spPr/>
      <dgm:t>
        <a:bodyPr/>
        <a:lstStyle/>
        <a:p>
          <a:pPr rtl="0"/>
          <a:r>
            <a:rPr lang="en-US" sz="1050" b="1" dirty="0" smtClean="0">
              <a:solidFill>
                <a:schemeClr val="tx1"/>
              </a:solidFill>
            </a:rPr>
            <a:t>The remaining ~20% is split between Entertainment, Food, Miscellaneous, and Medical expenses.</a:t>
          </a:r>
          <a:endParaRPr lang="en-US" sz="1050" b="1" dirty="0">
            <a:solidFill>
              <a:schemeClr val="tx1"/>
            </a:solidFill>
          </a:endParaRPr>
        </a:p>
      </dgm:t>
    </dgm:pt>
    <dgm:pt modelId="{35F59F4A-DCED-4ABF-9996-E0C8A9E77147}" type="parTrans" cxnId="{EFEB56D0-0D13-4BF7-A5C2-3E28BB31CFE6}">
      <dgm:prSet/>
      <dgm:spPr/>
      <dgm:t>
        <a:bodyPr/>
        <a:lstStyle/>
        <a:p>
          <a:endParaRPr lang="en-US"/>
        </a:p>
      </dgm:t>
    </dgm:pt>
    <dgm:pt modelId="{94AA856A-8338-4532-9FD5-D4D14A4084CB}" type="sibTrans" cxnId="{EFEB56D0-0D13-4BF7-A5C2-3E28BB31CFE6}">
      <dgm:prSet/>
      <dgm:spPr/>
      <dgm:t>
        <a:bodyPr/>
        <a:lstStyle/>
        <a:p>
          <a:endParaRPr lang="en-US"/>
        </a:p>
      </dgm:t>
    </dgm:pt>
    <dgm:pt modelId="{5948661D-B189-4F83-8C8A-B3A58413A0FF}" type="pres">
      <dgm:prSet presAssocID="{C63BF261-60DB-4171-A075-08290215E146}" presName="compositeShape" presStyleCnt="0">
        <dgm:presLayoutVars>
          <dgm:chMax val="9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C9C3F98-D5AF-4283-90C2-A8FB10C32CF6}" type="pres">
      <dgm:prSet presAssocID="{C63BF261-60DB-4171-A075-08290215E146}" presName="triangle1" presStyleLbl="node1" presStyleIdx="0" presStyleCnt="4" custScaleX="14193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F7D4014-2735-482D-8D6F-AD2BCF1D7CDE}" type="pres">
      <dgm:prSet presAssocID="{C63BF261-60DB-4171-A075-08290215E146}" presName="triangle2" presStyleLbl="node1" presStyleIdx="1" presStyleCnt="4" custLinFactNeighborY="225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9F09D89-CD5D-483A-9401-8892AFE81916}" type="pres">
      <dgm:prSet presAssocID="{C63BF261-60DB-4171-A075-08290215E146}" presName="triangle3" presStyleLbl="node1" presStyleIdx="2" presStyleCnt="4" custScaleX="83871" custScaleY="72249" custLinFactNeighborX="3226" custLinFactNeighborY="-1162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15BA747-3717-49E5-98CC-DB7974739607}" type="pres">
      <dgm:prSet presAssocID="{C63BF261-60DB-4171-A075-08290215E146}" presName="triangle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0634427-B24E-40EC-A8D8-DD0EA5EEE0B8}" srcId="{C63BF261-60DB-4171-A075-08290215E146}" destId="{86DB0679-306E-4ECF-962A-D81D344F2180}" srcOrd="2" destOrd="0" parTransId="{B785F5E1-96F8-4EFA-904B-C0D18057E677}" sibTransId="{D7932648-FFAB-4BCC-BFFB-DF495FEC9E15}"/>
    <dgm:cxn modelId="{640B0E7E-4997-47A7-81D7-B12C97968BEB}" type="presOf" srcId="{C63BF261-60DB-4171-A075-08290215E146}" destId="{5948661D-B189-4F83-8C8A-B3A58413A0FF}" srcOrd="0" destOrd="0" presId="urn:microsoft.com/office/officeart/2005/8/layout/pyramid4"/>
    <dgm:cxn modelId="{F5E098CE-AAAF-4734-A64E-9DC46C0659F5}" type="presOf" srcId="{FC31A94A-9FCC-4C2F-89C6-AB697E5BD372}" destId="{BF7D4014-2735-482D-8D6F-AD2BCF1D7CDE}" srcOrd="0" destOrd="0" presId="urn:microsoft.com/office/officeart/2005/8/layout/pyramid4"/>
    <dgm:cxn modelId="{4A5FC485-009C-4B85-A11A-5A6E64270C99}" type="presOf" srcId="{C32DA4D1-D983-4A15-8970-87CA99072835}" destId="{B15BA747-3717-49E5-98CC-DB7974739607}" srcOrd="0" destOrd="0" presId="urn:microsoft.com/office/officeart/2005/8/layout/pyramid4"/>
    <dgm:cxn modelId="{37FA4DFF-B46B-4CC1-B4FB-61ACF4A2593D}" type="presOf" srcId="{86DB0679-306E-4ECF-962A-D81D344F2180}" destId="{89F09D89-CD5D-483A-9401-8892AFE81916}" srcOrd="0" destOrd="0" presId="urn:microsoft.com/office/officeart/2005/8/layout/pyramid4"/>
    <dgm:cxn modelId="{EAA0C581-BB4B-4F86-A442-2DA3A205E4DD}" srcId="{C63BF261-60DB-4171-A075-08290215E146}" destId="{FC31A94A-9FCC-4C2F-89C6-AB697E5BD372}" srcOrd="1" destOrd="0" parTransId="{E13AF855-5261-4E1A-BE19-1009347861C9}" sibTransId="{CF802979-0077-4E70-965F-2EDB7DA74403}"/>
    <dgm:cxn modelId="{8FC764CB-A981-4017-AE63-CBA1A87764F0}" srcId="{C63BF261-60DB-4171-A075-08290215E146}" destId="{53A4A5D3-3175-4931-A0C7-FDCA6D8FF9EB}" srcOrd="0" destOrd="0" parTransId="{9AC54DD8-85E9-43FA-8378-A82D1BBB3D14}" sibTransId="{3A4520A5-D4F5-4024-A5DE-7F8AD8E77F9F}"/>
    <dgm:cxn modelId="{EFEB56D0-0D13-4BF7-A5C2-3E28BB31CFE6}" srcId="{C63BF261-60DB-4171-A075-08290215E146}" destId="{C32DA4D1-D983-4A15-8970-87CA99072835}" srcOrd="3" destOrd="0" parTransId="{35F59F4A-DCED-4ABF-9996-E0C8A9E77147}" sibTransId="{94AA856A-8338-4532-9FD5-D4D14A4084CB}"/>
    <dgm:cxn modelId="{35C543F7-3247-4799-A75A-8D19EFE0DD40}" type="presOf" srcId="{53A4A5D3-3175-4931-A0C7-FDCA6D8FF9EB}" destId="{0C9C3F98-D5AF-4283-90C2-A8FB10C32CF6}" srcOrd="0" destOrd="0" presId="urn:microsoft.com/office/officeart/2005/8/layout/pyramid4"/>
    <dgm:cxn modelId="{38475EC9-5341-459B-9D14-CFD9F91A8C86}" type="presParOf" srcId="{5948661D-B189-4F83-8C8A-B3A58413A0FF}" destId="{0C9C3F98-D5AF-4283-90C2-A8FB10C32CF6}" srcOrd="0" destOrd="0" presId="urn:microsoft.com/office/officeart/2005/8/layout/pyramid4"/>
    <dgm:cxn modelId="{2E07FAD6-BE7F-4059-BDB2-4E48EB24EE9F}" type="presParOf" srcId="{5948661D-B189-4F83-8C8A-B3A58413A0FF}" destId="{BF7D4014-2735-482D-8D6F-AD2BCF1D7CDE}" srcOrd="1" destOrd="0" presId="urn:microsoft.com/office/officeart/2005/8/layout/pyramid4"/>
    <dgm:cxn modelId="{62A46183-2D8D-4137-A15D-61B576567E56}" type="presParOf" srcId="{5948661D-B189-4F83-8C8A-B3A58413A0FF}" destId="{89F09D89-CD5D-483A-9401-8892AFE81916}" srcOrd="2" destOrd="0" presId="urn:microsoft.com/office/officeart/2005/8/layout/pyramid4"/>
    <dgm:cxn modelId="{C818C7A4-7B55-4318-BF43-B6B6D8C8AA61}" type="presParOf" srcId="{5948661D-B189-4F83-8C8A-B3A58413A0FF}" destId="{B15BA747-3717-49E5-98CC-DB7974739607}" srcOrd="3" destOrd="0" presId="urn:microsoft.com/office/officeart/2005/8/layout/pyramid4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D551389-1668-4405-B70D-84EE226E06E6}" type="doc">
      <dgm:prSet loTypeId="urn:microsoft.com/office/officeart/2005/8/layout/hList7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n-US"/>
        </a:p>
      </dgm:t>
    </dgm:pt>
    <dgm:pt modelId="{62E1A64A-538D-460C-9482-6F0F354E6AF0}">
      <dgm:prSet/>
      <dgm:spPr/>
      <dgm:t>
        <a:bodyPr/>
        <a:lstStyle/>
        <a:p>
          <a:pPr rtl="0"/>
          <a:r>
            <a:rPr lang="en-US" b="1" baseline="0" dirty="0" smtClean="0">
              <a:solidFill>
                <a:schemeClr val="tx1"/>
              </a:solidFill>
            </a:rPr>
            <a:t>Insight:</a:t>
          </a:r>
          <a:r>
            <a:rPr lang="en-US" baseline="0" dirty="0" smtClean="0">
              <a:solidFill>
                <a:schemeClr val="tx1"/>
              </a:solidFill>
            </a:rPr>
            <a:t> Essentials dominate the budget. </a:t>
          </a:r>
          <a:endParaRPr lang="en-US" baseline="0" dirty="0">
            <a:solidFill>
              <a:schemeClr val="tx1"/>
            </a:solidFill>
          </a:endParaRPr>
        </a:p>
      </dgm:t>
    </dgm:pt>
    <dgm:pt modelId="{486D1F1F-4E6F-4F75-8500-8318171AFB26}" type="parTrans" cxnId="{C6F97223-B7F0-486D-836F-2E012F7BC07F}">
      <dgm:prSet/>
      <dgm:spPr/>
      <dgm:t>
        <a:bodyPr/>
        <a:lstStyle/>
        <a:p>
          <a:endParaRPr lang="en-US"/>
        </a:p>
      </dgm:t>
    </dgm:pt>
    <dgm:pt modelId="{FF2B9801-F696-41FA-80B8-BDC87A9EDD5C}" type="sibTrans" cxnId="{C6F97223-B7F0-486D-836F-2E012F7BC07F}">
      <dgm:prSet/>
      <dgm:spPr/>
      <dgm:t>
        <a:bodyPr/>
        <a:lstStyle/>
        <a:p>
          <a:endParaRPr lang="en-US"/>
        </a:p>
      </dgm:t>
    </dgm:pt>
    <dgm:pt modelId="{8C943623-4C7C-4346-83E8-2B86FF35C976}">
      <dgm:prSet custT="1"/>
      <dgm:spPr/>
      <dgm:t>
        <a:bodyPr/>
        <a:lstStyle/>
        <a:p>
          <a:pPr rtl="0"/>
          <a:r>
            <a:rPr lang="en-US" sz="1600" b="1" dirty="0" smtClean="0">
              <a:solidFill>
                <a:schemeClr val="tx1"/>
              </a:solidFill>
            </a:rPr>
            <a:t>Grocery (36.7%)</a:t>
          </a:r>
          <a:r>
            <a:rPr lang="en-US" sz="1600" dirty="0" smtClean="0">
              <a:solidFill>
                <a:schemeClr val="tx1"/>
              </a:solidFill>
            </a:rPr>
            <a:t> and </a:t>
          </a:r>
          <a:r>
            <a:rPr lang="en-US" sz="1600" b="1" dirty="0" smtClean="0">
              <a:solidFill>
                <a:schemeClr val="tx1"/>
              </a:solidFill>
            </a:rPr>
            <a:t>Ticket/Bills (19.0%)</a:t>
          </a:r>
          <a:r>
            <a:rPr lang="en-US" sz="1600" dirty="0" smtClean="0">
              <a:solidFill>
                <a:schemeClr val="tx1"/>
              </a:solidFill>
            </a:rPr>
            <a:t> combined account for over 55% of all expenses.</a:t>
          </a:r>
          <a:endParaRPr lang="en-US" sz="1600" dirty="0">
            <a:solidFill>
              <a:schemeClr val="tx1"/>
            </a:solidFill>
          </a:endParaRPr>
        </a:p>
      </dgm:t>
    </dgm:pt>
    <dgm:pt modelId="{8BB02C4F-EF3E-4FDF-ACCF-5D64D85C3942}" type="parTrans" cxnId="{9ED7ABA5-FE44-4A46-A6B6-BD272E8CC345}">
      <dgm:prSet/>
      <dgm:spPr/>
      <dgm:t>
        <a:bodyPr/>
        <a:lstStyle/>
        <a:p>
          <a:endParaRPr lang="en-US"/>
        </a:p>
      </dgm:t>
    </dgm:pt>
    <dgm:pt modelId="{CA6822FE-0BC5-4729-ABA0-E077BC3E9EA2}" type="sibTrans" cxnId="{9ED7ABA5-FE44-4A46-A6B6-BD272E8CC345}">
      <dgm:prSet/>
      <dgm:spPr/>
      <dgm:t>
        <a:bodyPr/>
        <a:lstStyle/>
        <a:p>
          <a:endParaRPr lang="en-US"/>
        </a:p>
      </dgm:t>
    </dgm:pt>
    <dgm:pt modelId="{D24FBDC3-8051-45B2-86AB-089D7B041AEF}" type="pres">
      <dgm:prSet presAssocID="{8D551389-1668-4405-B70D-84EE226E06E6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F2BC258-25BC-4C46-B45F-EC657A524A97}" type="pres">
      <dgm:prSet presAssocID="{8D551389-1668-4405-B70D-84EE226E06E6}" presName="fgShape" presStyleLbl="fgShp" presStyleIdx="0" presStyleCnt="1"/>
      <dgm:spPr/>
    </dgm:pt>
    <dgm:pt modelId="{DCC73950-A05F-4509-A9C8-3CE567EF454F}" type="pres">
      <dgm:prSet presAssocID="{8D551389-1668-4405-B70D-84EE226E06E6}" presName="linComp" presStyleCnt="0"/>
      <dgm:spPr/>
    </dgm:pt>
    <dgm:pt modelId="{82F96CC2-F2A9-4F3C-88AC-4F1857397DE0}" type="pres">
      <dgm:prSet presAssocID="{62E1A64A-538D-460C-9482-6F0F354E6AF0}" presName="compNode" presStyleCnt="0"/>
      <dgm:spPr/>
    </dgm:pt>
    <dgm:pt modelId="{BF34C272-CD37-45F8-BB19-DB1F8B717E49}" type="pres">
      <dgm:prSet presAssocID="{62E1A64A-538D-460C-9482-6F0F354E6AF0}" presName="bkgdShape" presStyleLbl="node1" presStyleIdx="0" presStyleCnt="2"/>
      <dgm:spPr/>
      <dgm:t>
        <a:bodyPr/>
        <a:lstStyle/>
        <a:p>
          <a:endParaRPr lang="en-US"/>
        </a:p>
      </dgm:t>
    </dgm:pt>
    <dgm:pt modelId="{E1CF7FFF-9994-4A27-B32D-589FB26DA339}" type="pres">
      <dgm:prSet presAssocID="{62E1A64A-538D-460C-9482-6F0F354E6AF0}" presName="nodeTx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F1DDAE4-0A64-49A5-9FF5-98C5FA3DA40B}" type="pres">
      <dgm:prSet presAssocID="{62E1A64A-538D-460C-9482-6F0F354E6AF0}" presName="invisiNode" presStyleLbl="node1" presStyleIdx="0" presStyleCnt="2"/>
      <dgm:spPr/>
    </dgm:pt>
    <dgm:pt modelId="{AEB6F631-39A5-4E64-B08C-2EBAC638DD10}" type="pres">
      <dgm:prSet presAssocID="{62E1A64A-538D-460C-9482-6F0F354E6AF0}" presName="imagNode" presStyleLbl="fgImgPlace1" presStyleIdx="0" presStyleCnt="2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4C11D5AC-8A06-4CAC-BB5C-AA74A8F70B7F}" type="pres">
      <dgm:prSet presAssocID="{FF2B9801-F696-41FA-80B8-BDC87A9EDD5C}" presName="sibTrans" presStyleLbl="sibTrans2D1" presStyleIdx="0" presStyleCnt="0"/>
      <dgm:spPr/>
      <dgm:t>
        <a:bodyPr/>
        <a:lstStyle/>
        <a:p>
          <a:endParaRPr lang="en-US"/>
        </a:p>
      </dgm:t>
    </dgm:pt>
    <dgm:pt modelId="{225F509D-43BB-404A-9D77-0A131FFBD03B}" type="pres">
      <dgm:prSet presAssocID="{8C943623-4C7C-4346-83E8-2B86FF35C976}" presName="compNode" presStyleCnt="0"/>
      <dgm:spPr/>
    </dgm:pt>
    <dgm:pt modelId="{8B348813-B22B-46FC-A38B-FA93C175BCF4}" type="pres">
      <dgm:prSet presAssocID="{8C943623-4C7C-4346-83E8-2B86FF35C976}" presName="bkgdShape" presStyleLbl="node1" presStyleIdx="1" presStyleCnt="2"/>
      <dgm:spPr/>
      <dgm:t>
        <a:bodyPr/>
        <a:lstStyle/>
        <a:p>
          <a:endParaRPr lang="en-US"/>
        </a:p>
      </dgm:t>
    </dgm:pt>
    <dgm:pt modelId="{81B2C191-814C-4C47-B3CC-C659B43A7B2C}" type="pres">
      <dgm:prSet presAssocID="{8C943623-4C7C-4346-83E8-2B86FF35C976}" presName="nodeTx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CC0F73F-140E-4107-B250-BA8DA8E1374A}" type="pres">
      <dgm:prSet presAssocID="{8C943623-4C7C-4346-83E8-2B86FF35C976}" presName="invisiNode" presStyleLbl="node1" presStyleIdx="1" presStyleCnt="2"/>
      <dgm:spPr/>
    </dgm:pt>
    <dgm:pt modelId="{9F1BF7B6-1A4E-44A5-909B-C42B82982B9E}" type="pres">
      <dgm:prSet presAssocID="{8C943623-4C7C-4346-83E8-2B86FF35C976}" presName="imagNode" presStyleLbl="fgImgPlace1" presStyleIdx="1" presStyleCnt="2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</dgm:ptLst>
  <dgm:cxnLst>
    <dgm:cxn modelId="{9ED7ABA5-FE44-4A46-A6B6-BD272E8CC345}" srcId="{8D551389-1668-4405-B70D-84EE226E06E6}" destId="{8C943623-4C7C-4346-83E8-2B86FF35C976}" srcOrd="1" destOrd="0" parTransId="{8BB02C4F-EF3E-4FDF-ACCF-5D64D85C3942}" sibTransId="{CA6822FE-0BC5-4729-ABA0-E077BC3E9EA2}"/>
    <dgm:cxn modelId="{C6F97223-B7F0-486D-836F-2E012F7BC07F}" srcId="{8D551389-1668-4405-B70D-84EE226E06E6}" destId="{62E1A64A-538D-460C-9482-6F0F354E6AF0}" srcOrd="0" destOrd="0" parTransId="{486D1F1F-4E6F-4F75-8500-8318171AFB26}" sibTransId="{FF2B9801-F696-41FA-80B8-BDC87A9EDD5C}"/>
    <dgm:cxn modelId="{3D541951-FB4E-4906-AB58-DA3F5ACDD4CF}" type="presOf" srcId="{62E1A64A-538D-460C-9482-6F0F354E6AF0}" destId="{E1CF7FFF-9994-4A27-B32D-589FB26DA339}" srcOrd="1" destOrd="0" presId="urn:microsoft.com/office/officeart/2005/8/layout/hList7"/>
    <dgm:cxn modelId="{674C8D7B-AC64-4247-B79A-4470684B2126}" type="presOf" srcId="{62E1A64A-538D-460C-9482-6F0F354E6AF0}" destId="{BF34C272-CD37-45F8-BB19-DB1F8B717E49}" srcOrd="0" destOrd="0" presId="urn:microsoft.com/office/officeart/2005/8/layout/hList7"/>
    <dgm:cxn modelId="{ED3CDF25-DFCB-43EC-A380-A3B47D54BB4C}" type="presOf" srcId="{FF2B9801-F696-41FA-80B8-BDC87A9EDD5C}" destId="{4C11D5AC-8A06-4CAC-BB5C-AA74A8F70B7F}" srcOrd="0" destOrd="0" presId="urn:microsoft.com/office/officeart/2005/8/layout/hList7"/>
    <dgm:cxn modelId="{214AEEF8-3002-4A19-BA9E-E77A0C343B08}" type="presOf" srcId="{8D551389-1668-4405-B70D-84EE226E06E6}" destId="{D24FBDC3-8051-45B2-86AB-089D7B041AEF}" srcOrd="0" destOrd="0" presId="urn:microsoft.com/office/officeart/2005/8/layout/hList7"/>
    <dgm:cxn modelId="{67D74AB7-01B9-49C7-9AD4-5BA642BA358E}" type="presOf" srcId="{8C943623-4C7C-4346-83E8-2B86FF35C976}" destId="{8B348813-B22B-46FC-A38B-FA93C175BCF4}" srcOrd="0" destOrd="0" presId="urn:microsoft.com/office/officeart/2005/8/layout/hList7"/>
    <dgm:cxn modelId="{A05BC5E2-9762-4867-A512-F403F6A9BF8A}" type="presOf" srcId="{8C943623-4C7C-4346-83E8-2B86FF35C976}" destId="{81B2C191-814C-4C47-B3CC-C659B43A7B2C}" srcOrd="1" destOrd="0" presId="urn:microsoft.com/office/officeart/2005/8/layout/hList7"/>
    <dgm:cxn modelId="{1935A302-F6D3-4103-BD4B-CEC87764A99E}" type="presParOf" srcId="{D24FBDC3-8051-45B2-86AB-089D7B041AEF}" destId="{BF2BC258-25BC-4C46-B45F-EC657A524A97}" srcOrd="0" destOrd="0" presId="urn:microsoft.com/office/officeart/2005/8/layout/hList7"/>
    <dgm:cxn modelId="{96E3E5C9-D282-4E39-89EA-9EBD7B535A53}" type="presParOf" srcId="{D24FBDC3-8051-45B2-86AB-089D7B041AEF}" destId="{DCC73950-A05F-4509-A9C8-3CE567EF454F}" srcOrd="1" destOrd="0" presId="urn:microsoft.com/office/officeart/2005/8/layout/hList7"/>
    <dgm:cxn modelId="{9AA90E35-2B0B-4886-9AF5-5EBCEFDE9FDD}" type="presParOf" srcId="{DCC73950-A05F-4509-A9C8-3CE567EF454F}" destId="{82F96CC2-F2A9-4F3C-88AC-4F1857397DE0}" srcOrd="0" destOrd="0" presId="urn:microsoft.com/office/officeart/2005/8/layout/hList7"/>
    <dgm:cxn modelId="{59FC5D13-E242-4DFF-8627-FFAF8D290161}" type="presParOf" srcId="{82F96CC2-F2A9-4F3C-88AC-4F1857397DE0}" destId="{BF34C272-CD37-45F8-BB19-DB1F8B717E49}" srcOrd="0" destOrd="0" presId="urn:microsoft.com/office/officeart/2005/8/layout/hList7"/>
    <dgm:cxn modelId="{1BF6C354-1E31-4926-8EEB-7AC2E17CA868}" type="presParOf" srcId="{82F96CC2-F2A9-4F3C-88AC-4F1857397DE0}" destId="{E1CF7FFF-9994-4A27-B32D-589FB26DA339}" srcOrd="1" destOrd="0" presId="urn:microsoft.com/office/officeart/2005/8/layout/hList7"/>
    <dgm:cxn modelId="{63AA717C-8A05-40AC-8BD8-6D43567E1842}" type="presParOf" srcId="{82F96CC2-F2A9-4F3C-88AC-4F1857397DE0}" destId="{AF1DDAE4-0A64-49A5-9FF5-98C5FA3DA40B}" srcOrd="2" destOrd="0" presId="urn:microsoft.com/office/officeart/2005/8/layout/hList7"/>
    <dgm:cxn modelId="{B84EC496-B806-47BB-8FB1-419745F218C0}" type="presParOf" srcId="{82F96CC2-F2A9-4F3C-88AC-4F1857397DE0}" destId="{AEB6F631-39A5-4E64-B08C-2EBAC638DD10}" srcOrd="3" destOrd="0" presId="urn:microsoft.com/office/officeart/2005/8/layout/hList7"/>
    <dgm:cxn modelId="{ADBFA5B7-26B0-4118-89EC-F666CB0A9831}" type="presParOf" srcId="{DCC73950-A05F-4509-A9C8-3CE567EF454F}" destId="{4C11D5AC-8A06-4CAC-BB5C-AA74A8F70B7F}" srcOrd="1" destOrd="0" presId="urn:microsoft.com/office/officeart/2005/8/layout/hList7"/>
    <dgm:cxn modelId="{3F980643-718B-446C-921B-83105087488C}" type="presParOf" srcId="{DCC73950-A05F-4509-A9C8-3CE567EF454F}" destId="{225F509D-43BB-404A-9D77-0A131FFBD03B}" srcOrd="2" destOrd="0" presId="urn:microsoft.com/office/officeart/2005/8/layout/hList7"/>
    <dgm:cxn modelId="{AEF60A26-6FD5-4E1E-8FC8-2E3A0655A2EA}" type="presParOf" srcId="{225F509D-43BB-404A-9D77-0A131FFBD03B}" destId="{8B348813-B22B-46FC-A38B-FA93C175BCF4}" srcOrd="0" destOrd="0" presId="urn:microsoft.com/office/officeart/2005/8/layout/hList7"/>
    <dgm:cxn modelId="{BF679218-1426-4B82-8D70-27A1522B2669}" type="presParOf" srcId="{225F509D-43BB-404A-9D77-0A131FFBD03B}" destId="{81B2C191-814C-4C47-B3CC-C659B43A7B2C}" srcOrd="1" destOrd="0" presId="urn:microsoft.com/office/officeart/2005/8/layout/hList7"/>
    <dgm:cxn modelId="{0D9E7354-45F1-49F0-B2DF-FAA23CB7C8D1}" type="presParOf" srcId="{225F509D-43BB-404A-9D77-0A131FFBD03B}" destId="{9CC0F73F-140E-4107-B250-BA8DA8E1374A}" srcOrd="2" destOrd="0" presId="urn:microsoft.com/office/officeart/2005/8/layout/hList7"/>
    <dgm:cxn modelId="{31E0D371-FB42-45D3-9218-8266FA3805E7}" type="presParOf" srcId="{225F509D-43BB-404A-9D77-0A131FFBD03B}" destId="{9F1BF7B6-1A4E-44A5-909B-C42B82982B9E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xmlns="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4EE93C0-05C5-4281-938A-CEBF052A5B75}" type="doc">
      <dgm:prSet loTypeId="urn:microsoft.com/office/officeart/2005/8/layout/hList7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7517ABF0-DD46-4F99-B85D-F52E9FD946D0}">
      <dgm:prSet/>
      <dgm:spPr/>
      <dgm:t>
        <a:bodyPr/>
        <a:lstStyle/>
        <a:p>
          <a:pPr rtl="0"/>
          <a:r>
            <a:rPr lang="en-US" b="1" dirty="0" smtClean="0"/>
            <a:t>Vegetables (₹9,390)</a:t>
          </a:r>
          <a:r>
            <a:rPr lang="en-US" dirty="0" smtClean="0"/>
            <a:t> and </a:t>
          </a:r>
          <a:r>
            <a:rPr lang="en-US" b="1" dirty="0" smtClean="0"/>
            <a:t>Food grains (₹7,660)</a:t>
          </a:r>
          <a:r>
            <a:rPr lang="en-US" dirty="0" smtClean="0"/>
            <a:t> are the highest cumulative costs, showing the high cost of daily sustenance.</a:t>
          </a:r>
          <a:endParaRPr lang="en-US" dirty="0"/>
        </a:p>
      </dgm:t>
    </dgm:pt>
    <dgm:pt modelId="{EF9BCED3-1F33-43B9-904A-D219D7A4AFB8}" type="parTrans" cxnId="{DB5116C1-238E-4690-AAF6-734F759C31EA}">
      <dgm:prSet/>
      <dgm:spPr/>
      <dgm:t>
        <a:bodyPr/>
        <a:lstStyle/>
        <a:p>
          <a:endParaRPr lang="en-US"/>
        </a:p>
      </dgm:t>
    </dgm:pt>
    <dgm:pt modelId="{44229696-E7EE-4B0F-BFBE-221BD691CB29}" type="sibTrans" cxnId="{DB5116C1-238E-4690-AAF6-734F759C31EA}">
      <dgm:prSet/>
      <dgm:spPr/>
      <dgm:t>
        <a:bodyPr/>
        <a:lstStyle/>
        <a:p>
          <a:endParaRPr lang="en-US"/>
        </a:p>
      </dgm:t>
    </dgm:pt>
    <dgm:pt modelId="{69781E52-376C-4818-9604-9412ADBB50BA}">
      <dgm:prSet/>
      <dgm:spPr/>
      <dgm:t>
        <a:bodyPr/>
        <a:lstStyle/>
        <a:p>
          <a:pPr rtl="0"/>
          <a:r>
            <a:rPr lang="en-US" dirty="0" smtClean="0"/>
            <a:t>The </a:t>
          </a:r>
          <a:r>
            <a:rPr lang="en-US" b="1" dirty="0" smtClean="0"/>
            <a:t>North Bengal Trip (₹7,500)</a:t>
          </a:r>
          <a:r>
            <a:rPr lang="en-US" dirty="0" smtClean="0"/>
            <a:t> is the single largest one-time discretionary expense.</a:t>
          </a:r>
          <a:endParaRPr lang="en-US" dirty="0"/>
        </a:p>
      </dgm:t>
    </dgm:pt>
    <dgm:pt modelId="{06D06640-711A-4B3F-B45B-431D83660484}" type="parTrans" cxnId="{D38935E7-1DCE-421B-907D-339B8DD730C6}">
      <dgm:prSet/>
      <dgm:spPr/>
      <dgm:t>
        <a:bodyPr/>
        <a:lstStyle/>
        <a:p>
          <a:endParaRPr lang="en-US"/>
        </a:p>
      </dgm:t>
    </dgm:pt>
    <dgm:pt modelId="{E0EE61CE-E97D-4707-89A4-51B2913B173D}" type="sibTrans" cxnId="{D38935E7-1DCE-421B-907D-339B8DD730C6}">
      <dgm:prSet/>
      <dgm:spPr/>
      <dgm:t>
        <a:bodyPr/>
        <a:lstStyle/>
        <a:p>
          <a:endParaRPr lang="en-US"/>
        </a:p>
      </dgm:t>
    </dgm:pt>
    <dgm:pt modelId="{5CCF48CB-E404-4A66-84D5-406FB3079682}">
      <dgm:prSet/>
      <dgm:spPr/>
      <dgm:t>
        <a:bodyPr/>
        <a:lstStyle/>
        <a:p>
          <a:pPr rtl="0"/>
          <a:r>
            <a:rPr lang="en-US" b="1" dirty="0" smtClean="0"/>
            <a:t>House Help (₹6,000)</a:t>
          </a:r>
          <a:r>
            <a:rPr lang="en-US" dirty="0" smtClean="0"/>
            <a:t> is a significant recurring service cost.</a:t>
          </a:r>
          <a:endParaRPr lang="en-US" dirty="0"/>
        </a:p>
      </dgm:t>
    </dgm:pt>
    <dgm:pt modelId="{9B55DB6F-6AB8-4B5A-B764-80845590334F}" type="parTrans" cxnId="{7D492C23-52EC-4A6C-8E5E-169DA8FBEE73}">
      <dgm:prSet/>
      <dgm:spPr/>
      <dgm:t>
        <a:bodyPr/>
        <a:lstStyle/>
        <a:p>
          <a:endParaRPr lang="en-US"/>
        </a:p>
      </dgm:t>
    </dgm:pt>
    <dgm:pt modelId="{FD6633D4-084B-4E3F-8D32-215415F5DF08}" type="sibTrans" cxnId="{7D492C23-52EC-4A6C-8E5E-169DA8FBEE73}">
      <dgm:prSet/>
      <dgm:spPr/>
      <dgm:t>
        <a:bodyPr/>
        <a:lstStyle/>
        <a:p>
          <a:endParaRPr lang="en-US"/>
        </a:p>
      </dgm:t>
    </dgm:pt>
    <dgm:pt modelId="{46F5EADB-ECBC-4479-B75E-27DB23F51825}" type="pres">
      <dgm:prSet presAssocID="{04EE93C0-05C5-4281-938A-CEBF052A5B75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7E343AB-09E1-416B-A6CB-0E0254233C0F}" type="pres">
      <dgm:prSet presAssocID="{04EE93C0-05C5-4281-938A-CEBF052A5B75}" presName="fgShape" presStyleLbl="fgShp" presStyleIdx="0" presStyleCnt="1"/>
      <dgm:spPr/>
    </dgm:pt>
    <dgm:pt modelId="{52B6649C-E81E-487D-90E6-B5A2217F9205}" type="pres">
      <dgm:prSet presAssocID="{04EE93C0-05C5-4281-938A-CEBF052A5B75}" presName="linComp" presStyleCnt="0"/>
      <dgm:spPr/>
    </dgm:pt>
    <dgm:pt modelId="{DB5EC9E3-B2AF-4722-88B8-B9E63374ACAA}" type="pres">
      <dgm:prSet presAssocID="{7517ABF0-DD46-4F99-B85D-F52E9FD946D0}" presName="compNode" presStyleCnt="0"/>
      <dgm:spPr/>
    </dgm:pt>
    <dgm:pt modelId="{0742AE61-E634-42E8-A105-D3F4191B7EA5}" type="pres">
      <dgm:prSet presAssocID="{7517ABF0-DD46-4F99-B85D-F52E9FD946D0}" presName="bkgdShape" presStyleLbl="node1" presStyleIdx="0" presStyleCnt="3"/>
      <dgm:spPr/>
      <dgm:t>
        <a:bodyPr/>
        <a:lstStyle/>
        <a:p>
          <a:endParaRPr lang="en-US"/>
        </a:p>
      </dgm:t>
    </dgm:pt>
    <dgm:pt modelId="{A565F02A-DE10-47E1-AE85-C9D27E10CEF3}" type="pres">
      <dgm:prSet presAssocID="{7517ABF0-DD46-4F99-B85D-F52E9FD946D0}" presName="nodeTx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B31A2BA-E042-4A09-BFB2-72F9DC943785}" type="pres">
      <dgm:prSet presAssocID="{7517ABF0-DD46-4F99-B85D-F52E9FD946D0}" presName="invisiNode" presStyleLbl="node1" presStyleIdx="0" presStyleCnt="3"/>
      <dgm:spPr/>
    </dgm:pt>
    <dgm:pt modelId="{78102816-16A1-44DF-BFDE-9F9D95CF915F}" type="pres">
      <dgm:prSet presAssocID="{7517ABF0-DD46-4F99-B85D-F52E9FD946D0}" presName="imagNode" presStyleLbl="fgImgPlace1" presStyleIdx="0" presStyleCnt="3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878712DC-03D1-4978-9D71-A46DD697E858}" type="pres">
      <dgm:prSet presAssocID="{44229696-E7EE-4B0F-BFBE-221BD691CB29}" presName="sibTrans" presStyleLbl="sibTrans2D1" presStyleIdx="0" presStyleCnt="0"/>
      <dgm:spPr/>
      <dgm:t>
        <a:bodyPr/>
        <a:lstStyle/>
        <a:p>
          <a:endParaRPr lang="en-US"/>
        </a:p>
      </dgm:t>
    </dgm:pt>
    <dgm:pt modelId="{FEF40BA4-EB5C-4F8A-BF62-BFB94CAC9CB3}" type="pres">
      <dgm:prSet presAssocID="{69781E52-376C-4818-9604-9412ADBB50BA}" presName="compNode" presStyleCnt="0"/>
      <dgm:spPr/>
    </dgm:pt>
    <dgm:pt modelId="{00D67FC6-DD38-4321-8083-62D59A43CD4E}" type="pres">
      <dgm:prSet presAssocID="{69781E52-376C-4818-9604-9412ADBB50BA}" presName="bkgdShape" presStyleLbl="node1" presStyleIdx="1" presStyleCnt="3"/>
      <dgm:spPr/>
      <dgm:t>
        <a:bodyPr/>
        <a:lstStyle/>
        <a:p>
          <a:endParaRPr lang="en-US"/>
        </a:p>
      </dgm:t>
    </dgm:pt>
    <dgm:pt modelId="{F1749801-A339-4DF1-9947-B2860B363992}" type="pres">
      <dgm:prSet presAssocID="{69781E52-376C-4818-9604-9412ADBB50BA}" presName="nodeTx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4B40AB9-74B3-4780-A582-1B2B115A9A1D}" type="pres">
      <dgm:prSet presAssocID="{69781E52-376C-4818-9604-9412ADBB50BA}" presName="invisiNode" presStyleLbl="node1" presStyleIdx="1" presStyleCnt="3"/>
      <dgm:spPr/>
    </dgm:pt>
    <dgm:pt modelId="{3E16FC2F-5C44-4DB8-AD38-6E8389A76A69}" type="pres">
      <dgm:prSet presAssocID="{69781E52-376C-4818-9604-9412ADBB50BA}" presName="imagNode" presStyleLbl="fgImgPlace1" presStyleIdx="1" presStyleCnt="3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EFF8479F-03A5-4819-91A7-57FCB7786107}" type="pres">
      <dgm:prSet presAssocID="{E0EE61CE-E97D-4707-89A4-51B2913B173D}" presName="sibTrans" presStyleLbl="sibTrans2D1" presStyleIdx="0" presStyleCnt="0"/>
      <dgm:spPr/>
      <dgm:t>
        <a:bodyPr/>
        <a:lstStyle/>
        <a:p>
          <a:endParaRPr lang="en-US"/>
        </a:p>
      </dgm:t>
    </dgm:pt>
    <dgm:pt modelId="{5CBEE778-ABF3-4612-AB0E-D391D4377C69}" type="pres">
      <dgm:prSet presAssocID="{5CCF48CB-E404-4A66-84D5-406FB3079682}" presName="compNode" presStyleCnt="0"/>
      <dgm:spPr/>
    </dgm:pt>
    <dgm:pt modelId="{4FCEFF4F-47F0-49EC-84B0-ABC0A2343A1E}" type="pres">
      <dgm:prSet presAssocID="{5CCF48CB-E404-4A66-84D5-406FB3079682}" presName="bkgdShape" presStyleLbl="node1" presStyleIdx="2" presStyleCnt="3"/>
      <dgm:spPr/>
      <dgm:t>
        <a:bodyPr/>
        <a:lstStyle/>
        <a:p>
          <a:endParaRPr lang="en-US"/>
        </a:p>
      </dgm:t>
    </dgm:pt>
    <dgm:pt modelId="{0C8F8259-4742-44D0-AEB3-9D9B941C552E}" type="pres">
      <dgm:prSet presAssocID="{5CCF48CB-E404-4A66-84D5-406FB3079682}" presName="nodeTx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721566-5680-4EA2-A319-9816A8369E9F}" type="pres">
      <dgm:prSet presAssocID="{5CCF48CB-E404-4A66-84D5-406FB3079682}" presName="invisiNode" presStyleLbl="node1" presStyleIdx="2" presStyleCnt="3"/>
      <dgm:spPr/>
    </dgm:pt>
    <dgm:pt modelId="{ADC016D9-6090-4CA8-A20E-96765D4294AC}" type="pres">
      <dgm:prSet presAssocID="{5CCF48CB-E404-4A66-84D5-406FB3079682}" presName="imagNode" presStyleLbl="fgImgPlace1" presStyleIdx="2" presStyleCnt="3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</dgm:ptLst>
  <dgm:cxnLst>
    <dgm:cxn modelId="{D38935E7-1DCE-421B-907D-339B8DD730C6}" srcId="{04EE93C0-05C5-4281-938A-CEBF052A5B75}" destId="{69781E52-376C-4818-9604-9412ADBB50BA}" srcOrd="1" destOrd="0" parTransId="{06D06640-711A-4B3F-B45B-431D83660484}" sibTransId="{E0EE61CE-E97D-4707-89A4-51B2913B173D}"/>
    <dgm:cxn modelId="{DB5116C1-238E-4690-AAF6-734F759C31EA}" srcId="{04EE93C0-05C5-4281-938A-CEBF052A5B75}" destId="{7517ABF0-DD46-4F99-B85D-F52E9FD946D0}" srcOrd="0" destOrd="0" parTransId="{EF9BCED3-1F33-43B9-904A-D219D7A4AFB8}" sibTransId="{44229696-E7EE-4B0F-BFBE-221BD691CB29}"/>
    <dgm:cxn modelId="{CCED0F20-2A6B-4B49-9CC3-FA6BFC0F5953}" type="presOf" srcId="{44229696-E7EE-4B0F-BFBE-221BD691CB29}" destId="{878712DC-03D1-4978-9D71-A46DD697E858}" srcOrd="0" destOrd="0" presId="urn:microsoft.com/office/officeart/2005/8/layout/hList7"/>
    <dgm:cxn modelId="{27AAC8E9-D33F-421A-888A-144F45105D26}" type="presOf" srcId="{69781E52-376C-4818-9604-9412ADBB50BA}" destId="{F1749801-A339-4DF1-9947-B2860B363992}" srcOrd="1" destOrd="0" presId="urn:microsoft.com/office/officeart/2005/8/layout/hList7"/>
    <dgm:cxn modelId="{F6776232-7C6B-4D68-AC20-E75E8D46ED75}" type="presOf" srcId="{69781E52-376C-4818-9604-9412ADBB50BA}" destId="{00D67FC6-DD38-4321-8083-62D59A43CD4E}" srcOrd="0" destOrd="0" presId="urn:microsoft.com/office/officeart/2005/8/layout/hList7"/>
    <dgm:cxn modelId="{811BAC09-E605-42DD-A93C-05DAD50858D1}" type="presOf" srcId="{7517ABF0-DD46-4F99-B85D-F52E9FD946D0}" destId="{0742AE61-E634-42E8-A105-D3F4191B7EA5}" srcOrd="0" destOrd="0" presId="urn:microsoft.com/office/officeart/2005/8/layout/hList7"/>
    <dgm:cxn modelId="{7D492C23-52EC-4A6C-8E5E-169DA8FBEE73}" srcId="{04EE93C0-05C5-4281-938A-CEBF052A5B75}" destId="{5CCF48CB-E404-4A66-84D5-406FB3079682}" srcOrd="2" destOrd="0" parTransId="{9B55DB6F-6AB8-4B5A-B764-80845590334F}" sibTransId="{FD6633D4-084B-4E3F-8D32-215415F5DF08}"/>
    <dgm:cxn modelId="{549A7D42-A773-4B58-9D0B-BA03D5899827}" type="presOf" srcId="{5CCF48CB-E404-4A66-84D5-406FB3079682}" destId="{0C8F8259-4742-44D0-AEB3-9D9B941C552E}" srcOrd="1" destOrd="0" presId="urn:microsoft.com/office/officeart/2005/8/layout/hList7"/>
    <dgm:cxn modelId="{11E2D293-58EA-4682-A44F-7A6A7C7A0837}" type="presOf" srcId="{04EE93C0-05C5-4281-938A-CEBF052A5B75}" destId="{46F5EADB-ECBC-4479-B75E-27DB23F51825}" srcOrd="0" destOrd="0" presId="urn:microsoft.com/office/officeart/2005/8/layout/hList7"/>
    <dgm:cxn modelId="{A9B61802-12A0-45A2-BFBC-E56B36A09C25}" type="presOf" srcId="{7517ABF0-DD46-4F99-B85D-F52E9FD946D0}" destId="{A565F02A-DE10-47E1-AE85-C9D27E10CEF3}" srcOrd="1" destOrd="0" presId="urn:microsoft.com/office/officeart/2005/8/layout/hList7"/>
    <dgm:cxn modelId="{1D41ED0B-F6CE-4FC2-A2F3-ABF538A69C10}" type="presOf" srcId="{5CCF48CB-E404-4A66-84D5-406FB3079682}" destId="{4FCEFF4F-47F0-49EC-84B0-ABC0A2343A1E}" srcOrd="0" destOrd="0" presId="urn:microsoft.com/office/officeart/2005/8/layout/hList7"/>
    <dgm:cxn modelId="{E8A5F6A3-8990-48C6-95B5-072CC5473699}" type="presOf" srcId="{E0EE61CE-E97D-4707-89A4-51B2913B173D}" destId="{EFF8479F-03A5-4819-91A7-57FCB7786107}" srcOrd="0" destOrd="0" presId="urn:microsoft.com/office/officeart/2005/8/layout/hList7"/>
    <dgm:cxn modelId="{4A38F0CE-F869-4A07-9D4D-8519752E1705}" type="presParOf" srcId="{46F5EADB-ECBC-4479-B75E-27DB23F51825}" destId="{B7E343AB-09E1-416B-A6CB-0E0254233C0F}" srcOrd="0" destOrd="0" presId="urn:microsoft.com/office/officeart/2005/8/layout/hList7"/>
    <dgm:cxn modelId="{FABF9F90-1EE1-456C-B6AA-D10B6637EA27}" type="presParOf" srcId="{46F5EADB-ECBC-4479-B75E-27DB23F51825}" destId="{52B6649C-E81E-487D-90E6-B5A2217F9205}" srcOrd="1" destOrd="0" presId="urn:microsoft.com/office/officeart/2005/8/layout/hList7"/>
    <dgm:cxn modelId="{3CB90FBA-06DA-4CA9-A9FF-676A0947BC58}" type="presParOf" srcId="{52B6649C-E81E-487D-90E6-B5A2217F9205}" destId="{DB5EC9E3-B2AF-4722-88B8-B9E63374ACAA}" srcOrd="0" destOrd="0" presId="urn:microsoft.com/office/officeart/2005/8/layout/hList7"/>
    <dgm:cxn modelId="{3F493C51-7372-49D4-86F0-441115EF7138}" type="presParOf" srcId="{DB5EC9E3-B2AF-4722-88B8-B9E63374ACAA}" destId="{0742AE61-E634-42E8-A105-D3F4191B7EA5}" srcOrd="0" destOrd="0" presId="urn:microsoft.com/office/officeart/2005/8/layout/hList7"/>
    <dgm:cxn modelId="{EB215A0D-E96E-4153-AE3A-0AC51F6AB005}" type="presParOf" srcId="{DB5EC9E3-B2AF-4722-88B8-B9E63374ACAA}" destId="{A565F02A-DE10-47E1-AE85-C9D27E10CEF3}" srcOrd="1" destOrd="0" presId="urn:microsoft.com/office/officeart/2005/8/layout/hList7"/>
    <dgm:cxn modelId="{5E841CF6-C0DF-49A8-9160-8F9951BDF011}" type="presParOf" srcId="{DB5EC9E3-B2AF-4722-88B8-B9E63374ACAA}" destId="{2B31A2BA-E042-4A09-BFB2-72F9DC943785}" srcOrd="2" destOrd="0" presId="urn:microsoft.com/office/officeart/2005/8/layout/hList7"/>
    <dgm:cxn modelId="{0EC9F734-7DD4-490B-8674-779A50FC9FF2}" type="presParOf" srcId="{DB5EC9E3-B2AF-4722-88B8-B9E63374ACAA}" destId="{78102816-16A1-44DF-BFDE-9F9D95CF915F}" srcOrd="3" destOrd="0" presId="urn:microsoft.com/office/officeart/2005/8/layout/hList7"/>
    <dgm:cxn modelId="{3A52AD95-2FE3-424A-A42F-D98EC86251E1}" type="presParOf" srcId="{52B6649C-E81E-487D-90E6-B5A2217F9205}" destId="{878712DC-03D1-4978-9D71-A46DD697E858}" srcOrd="1" destOrd="0" presId="urn:microsoft.com/office/officeart/2005/8/layout/hList7"/>
    <dgm:cxn modelId="{06E02A0C-1E62-4BB1-A562-FF2A491D138D}" type="presParOf" srcId="{52B6649C-E81E-487D-90E6-B5A2217F9205}" destId="{FEF40BA4-EB5C-4F8A-BF62-BFB94CAC9CB3}" srcOrd="2" destOrd="0" presId="urn:microsoft.com/office/officeart/2005/8/layout/hList7"/>
    <dgm:cxn modelId="{CEFAFDA1-662F-4915-AB45-72CFA91F8EE9}" type="presParOf" srcId="{FEF40BA4-EB5C-4F8A-BF62-BFB94CAC9CB3}" destId="{00D67FC6-DD38-4321-8083-62D59A43CD4E}" srcOrd="0" destOrd="0" presId="urn:microsoft.com/office/officeart/2005/8/layout/hList7"/>
    <dgm:cxn modelId="{9E719114-0E50-4D35-9A71-E0E801F39848}" type="presParOf" srcId="{FEF40BA4-EB5C-4F8A-BF62-BFB94CAC9CB3}" destId="{F1749801-A339-4DF1-9947-B2860B363992}" srcOrd="1" destOrd="0" presId="urn:microsoft.com/office/officeart/2005/8/layout/hList7"/>
    <dgm:cxn modelId="{14E3C046-2E12-491F-8375-A9030B70EB91}" type="presParOf" srcId="{FEF40BA4-EB5C-4F8A-BF62-BFB94CAC9CB3}" destId="{E4B40AB9-74B3-4780-A582-1B2B115A9A1D}" srcOrd="2" destOrd="0" presId="urn:microsoft.com/office/officeart/2005/8/layout/hList7"/>
    <dgm:cxn modelId="{30FDC75C-5EE4-4BDC-A657-58E5AA77F86E}" type="presParOf" srcId="{FEF40BA4-EB5C-4F8A-BF62-BFB94CAC9CB3}" destId="{3E16FC2F-5C44-4DB8-AD38-6E8389A76A69}" srcOrd="3" destOrd="0" presId="urn:microsoft.com/office/officeart/2005/8/layout/hList7"/>
    <dgm:cxn modelId="{9841282F-B002-4A14-BA02-C11960FD2994}" type="presParOf" srcId="{52B6649C-E81E-487D-90E6-B5A2217F9205}" destId="{EFF8479F-03A5-4819-91A7-57FCB7786107}" srcOrd="3" destOrd="0" presId="urn:microsoft.com/office/officeart/2005/8/layout/hList7"/>
    <dgm:cxn modelId="{2D910F4E-7AD5-43C6-9F94-59BDEEA7052B}" type="presParOf" srcId="{52B6649C-E81E-487D-90E6-B5A2217F9205}" destId="{5CBEE778-ABF3-4612-AB0E-D391D4377C69}" srcOrd="4" destOrd="0" presId="urn:microsoft.com/office/officeart/2005/8/layout/hList7"/>
    <dgm:cxn modelId="{3FC7113F-C736-451C-88BA-67A1384A9F19}" type="presParOf" srcId="{5CBEE778-ABF3-4612-AB0E-D391D4377C69}" destId="{4FCEFF4F-47F0-49EC-84B0-ABC0A2343A1E}" srcOrd="0" destOrd="0" presId="urn:microsoft.com/office/officeart/2005/8/layout/hList7"/>
    <dgm:cxn modelId="{77033199-40F3-4B29-A075-BF09155F9A15}" type="presParOf" srcId="{5CBEE778-ABF3-4612-AB0E-D391D4377C69}" destId="{0C8F8259-4742-44D0-AEB3-9D9B941C552E}" srcOrd="1" destOrd="0" presId="urn:microsoft.com/office/officeart/2005/8/layout/hList7"/>
    <dgm:cxn modelId="{8073E850-25DC-4FD1-B7CD-D0982FF2FF6F}" type="presParOf" srcId="{5CBEE778-ABF3-4612-AB0E-D391D4377C69}" destId="{14721566-5680-4EA2-A319-9816A8369E9F}" srcOrd="2" destOrd="0" presId="urn:microsoft.com/office/officeart/2005/8/layout/hList7"/>
    <dgm:cxn modelId="{5D4C92F4-4CC4-4A1C-8A73-8869DFC1F346}" type="presParOf" srcId="{5CBEE778-ABF3-4612-AB0E-D391D4377C69}" destId="{ADC016D9-6090-4CA8-A20E-96765D4294AC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CA2556C-4B3E-4C7C-A8F9-31D66C4B7515}" type="doc">
      <dgm:prSet loTypeId="urn:microsoft.com/office/officeart/2005/8/layout/chevron2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52C6FA1-B6D3-484B-8E73-9FB6B9456D99}">
      <dgm:prSet/>
      <dgm:spPr/>
      <dgm:t>
        <a:bodyPr/>
        <a:lstStyle/>
        <a:p>
          <a:pPr rtl="0"/>
          <a:r>
            <a:rPr lang="en-US" b="1" dirty="0" smtClean="0"/>
            <a:t>1</a:t>
          </a:r>
          <a:endParaRPr lang="en-US" dirty="0"/>
        </a:p>
      </dgm:t>
    </dgm:pt>
    <dgm:pt modelId="{CFA63C41-8B40-43F1-B08A-D49C2D035E58}" type="parTrans" cxnId="{BC5C607B-65D3-486C-A4AB-19D80B5EA859}">
      <dgm:prSet/>
      <dgm:spPr/>
      <dgm:t>
        <a:bodyPr/>
        <a:lstStyle/>
        <a:p>
          <a:endParaRPr lang="en-US"/>
        </a:p>
      </dgm:t>
    </dgm:pt>
    <dgm:pt modelId="{BD97D4EB-4B4A-47EC-A054-0C67E1D47BB9}" type="sibTrans" cxnId="{BC5C607B-65D3-486C-A4AB-19D80B5EA859}">
      <dgm:prSet/>
      <dgm:spPr/>
      <dgm:t>
        <a:bodyPr/>
        <a:lstStyle/>
        <a:p>
          <a:endParaRPr lang="en-US"/>
        </a:p>
      </dgm:t>
    </dgm:pt>
    <dgm:pt modelId="{A5D272E8-227C-478F-8138-8A1BD9D8E4C1}">
      <dgm:prSet/>
      <dgm:spPr/>
      <dgm:t>
        <a:bodyPr/>
        <a:lstStyle/>
        <a:p>
          <a:pPr rtl="0"/>
          <a:r>
            <a:rPr lang="en-US" b="1" dirty="0" smtClean="0"/>
            <a:t>2</a:t>
          </a:r>
          <a:endParaRPr lang="en-US" dirty="0"/>
        </a:p>
      </dgm:t>
    </dgm:pt>
    <dgm:pt modelId="{F37475A1-6683-4452-A47D-B415756E4BCC}" type="parTrans" cxnId="{FEF911CE-4986-460E-B6BB-DD616BA06C96}">
      <dgm:prSet/>
      <dgm:spPr/>
      <dgm:t>
        <a:bodyPr/>
        <a:lstStyle/>
        <a:p>
          <a:endParaRPr lang="en-US"/>
        </a:p>
      </dgm:t>
    </dgm:pt>
    <dgm:pt modelId="{ADD8FA87-D679-43EA-AB18-932B660132F0}" type="sibTrans" cxnId="{FEF911CE-4986-460E-B6BB-DD616BA06C96}">
      <dgm:prSet/>
      <dgm:spPr/>
      <dgm:t>
        <a:bodyPr/>
        <a:lstStyle/>
        <a:p>
          <a:endParaRPr lang="en-US"/>
        </a:p>
      </dgm:t>
    </dgm:pt>
    <dgm:pt modelId="{6E6DBFD4-9061-4BAC-8532-CB3C2CD33E29}">
      <dgm:prSet/>
      <dgm:spPr/>
      <dgm:t>
        <a:bodyPr/>
        <a:lstStyle/>
        <a:p>
          <a:pPr rtl="0"/>
          <a:r>
            <a:rPr lang="en-US" b="1" dirty="0" smtClean="0"/>
            <a:t>3</a:t>
          </a:r>
          <a:endParaRPr lang="en-US" dirty="0"/>
        </a:p>
      </dgm:t>
    </dgm:pt>
    <dgm:pt modelId="{45BDF9EC-6136-4A1D-80EA-77062322BCC9}" type="parTrans" cxnId="{9A157FEE-9F9C-43FD-8FE8-DFA48B37F3F1}">
      <dgm:prSet/>
      <dgm:spPr/>
      <dgm:t>
        <a:bodyPr/>
        <a:lstStyle/>
        <a:p>
          <a:endParaRPr lang="en-US"/>
        </a:p>
      </dgm:t>
    </dgm:pt>
    <dgm:pt modelId="{03B8786F-E5C2-49C2-905B-2EF65F7B89DD}" type="sibTrans" cxnId="{9A157FEE-9F9C-43FD-8FE8-DFA48B37F3F1}">
      <dgm:prSet/>
      <dgm:spPr/>
      <dgm:t>
        <a:bodyPr/>
        <a:lstStyle/>
        <a:p>
          <a:endParaRPr lang="en-US"/>
        </a:p>
      </dgm:t>
    </dgm:pt>
    <dgm:pt modelId="{1B1C096C-CE90-4173-B2E7-274474FEF5AA}">
      <dgm:prSet/>
      <dgm:spPr/>
      <dgm:t>
        <a:bodyPr/>
        <a:lstStyle/>
        <a:p>
          <a:pPr rtl="0"/>
          <a:r>
            <a:rPr lang="en-US" b="1" dirty="0" smtClean="0"/>
            <a:t>4</a:t>
          </a:r>
          <a:endParaRPr lang="en-US" dirty="0"/>
        </a:p>
      </dgm:t>
    </dgm:pt>
    <dgm:pt modelId="{132B1AE2-3B42-4B4D-BBF5-B58D765536D6}" type="parTrans" cxnId="{C48F20BA-780C-43D6-8582-AA5F0321BD7B}">
      <dgm:prSet/>
      <dgm:spPr/>
      <dgm:t>
        <a:bodyPr/>
        <a:lstStyle/>
        <a:p>
          <a:endParaRPr lang="en-US"/>
        </a:p>
      </dgm:t>
    </dgm:pt>
    <dgm:pt modelId="{10BF7C56-DC53-461F-A0C1-E1A714C7DFF8}" type="sibTrans" cxnId="{C48F20BA-780C-43D6-8582-AA5F0321BD7B}">
      <dgm:prSet/>
      <dgm:spPr/>
      <dgm:t>
        <a:bodyPr/>
        <a:lstStyle/>
        <a:p>
          <a:endParaRPr lang="en-US"/>
        </a:p>
      </dgm:t>
    </dgm:pt>
    <dgm:pt modelId="{8095B68F-5A9C-43E7-8A80-B1D507C011E9}">
      <dgm:prSet/>
      <dgm:spPr/>
      <dgm:t>
        <a:bodyPr/>
        <a:lstStyle/>
        <a:p>
          <a:pPr rtl="0"/>
          <a:r>
            <a:rPr lang="en-IN" dirty="0" smtClean="0"/>
            <a:t>5</a:t>
          </a:r>
          <a:endParaRPr lang="en-US" dirty="0"/>
        </a:p>
      </dgm:t>
    </dgm:pt>
    <dgm:pt modelId="{F9DE8F62-1B84-48F5-910F-E3411C47355F}" type="parTrans" cxnId="{77635916-5CDF-4C6A-8CE2-10D5EB52D9C8}">
      <dgm:prSet/>
      <dgm:spPr/>
      <dgm:t>
        <a:bodyPr/>
        <a:lstStyle/>
        <a:p>
          <a:endParaRPr lang="en-US"/>
        </a:p>
      </dgm:t>
    </dgm:pt>
    <dgm:pt modelId="{568012A2-7FAC-4E6E-9653-0CE78BD9372E}" type="sibTrans" cxnId="{77635916-5CDF-4C6A-8CE2-10D5EB52D9C8}">
      <dgm:prSet/>
      <dgm:spPr/>
      <dgm:t>
        <a:bodyPr/>
        <a:lstStyle/>
        <a:p>
          <a:endParaRPr lang="en-US"/>
        </a:p>
      </dgm:t>
    </dgm:pt>
    <dgm:pt modelId="{EF4EBDF1-DDB0-4FCF-9472-EB3C31EEB2A3}">
      <dgm:prSet/>
      <dgm:spPr/>
      <dgm:t>
        <a:bodyPr/>
        <a:lstStyle/>
        <a:p>
          <a:pPr rtl="0"/>
          <a:r>
            <a:rPr lang="en-US" b="1" smtClean="0"/>
            <a:t>Total Spending:</a:t>
          </a:r>
          <a:r>
            <a:rPr lang="en-US" smtClean="0"/>
            <a:t> </a:t>
          </a:r>
          <a:r>
            <a:rPr lang="en-US" b="1" smtClean="0"/>
            <a:t>₹84,390</a:t>
          </a:r>
          <a:endParaRPr lang="en-US"/>
        </a:p>
      </dgm:t>
    </dgm:pt>
    <dgm:pt modelId="{38F75D80-6786-457B-B522-9D8B9FDF4CA7}" type="parTrans" cxnId="{75DB4EFC-0C64-4D4A-A69B-0DF4FE5BBDC9}">
      <dgm:prSet/>
      <dgm:spPr/>
      <dgm:t>
        <a:bodyPr/>
        <a:lstStyle/>
        <a:p>
          <a:endParaRPr lang="en-US"/>
        </a:p>
      </dgm:t>
    </dgm:pt>
    <dgm:pt modelId="{67890680-1527-4251-913A-53F63A689226}" type="sibTrans" cxnId="{75DB4EFC-0C64-4D4A-A69B-0DF4FE5BBDC9}">
      <dgm:prSet/>
      <dgm:spPr/>
      <dgm:t>
        <a:bodyPr/>
        <a:lstStyle/>
        <a:p>
          <a:endParaRPr lang="en-US"/>
        </a:p>
      </dgm:t>
    </dgm:pt>
    <dgm:pt modelId="{1D2F61E4-3CB2-406E-A34F-BFD7C05BFD9D}">
      <dgm:prSet/>
      <dgm:spPr/>
      <dgm:t>
        <a:bodyPr/>
        <a:lstStyle/>
        <a:p>
          <a:pPr rtl="0"/>
          <a:r>
            <a:rPr lang="en-US" b="1" smtClean="0"/>
            <a:t>Average Monthly Spend:</a:t>
          </a:r>
          <a:r>
            <a:rPr lang="en-US" smtClean="0"/>
            <a:t> </a:t>
          </a:r>
          <a:r>
            <a:rPr lang="en-US" b="1" smtClean="0"/>
            <a:t>₹14,065</a:t>
          </a:r>
          <a:endParaRPr lang="en-US"/>
        </a:p>
      </dgm:t>
    </dgm:pt>
    <dgm:pt modelId="{45886778-B98A-495C-B4B8-63B505694218}" type="parTrans" cxnId="{DB7ABF7F-7AEA-4896-8119-5767A4632668}">
      <dgm:prSet/>
      <dgm:spPr/>
      <dgm:t>
        <a:bodyPr/>
        <a:lstStyle/>
        <a:p>
          <a:endParaRPr lang="en-US"/>
        </a:p>
      </dgm:t>
    </dgm:pt>
    <dgm:pt modelId="{7B599658-D589-484C-84EB-97C45FC036F7}" type="sibTrans" cxnId="{DB7ABF7F-7AEA-4896-8119-5767A4632668}">
      <dgm:prSet/>
      <dgm:spPr/>
      <dgm:t>
        <a:bodyPr/>
        <a:lstStyle/>
        <a:p>
          <a:endParaRPr lang="en-US"/>
        </a:p>
      </dgm:t>
    </dgm:pt>
    <dgm:pt modelId="{ADFA2290-5CA3-4CBC-B8B0-4FB91F6C678F}">
      <dgm:prSet/>
      <dgm:spPr/>
      <dgm:t>
        <a:bodyPr/>
        <a:lstStyle/>
        <a:p>
          <a:pPr rtl="0"/>
          <a:r>
            <a:rPr lang="en-US" b="1" smtClean="0"/>
            <a:t>Highest Spending Month:</a:t>
          </a:r>
          <a:r>
            <a:rPr lang="en-US" smtClean="0"/>
            <a:t> </a:t>
          </a:r>
          <a:r>
            <a:rPr lang="en-US" b="1" smtClean="0"/>
            <a:t>February</a:t>
          </a:r>
          <a:r>
            <a:rPr lang="en-US" smtClean="0"/>
            <a:t> (₹15,620)</a:t>
          </a:r>
          <a:endParaRPr lang="en-US"/>
        </a:p>
      </dgm:t>
    </dgm:pt>
    <dgm:pt modelId="{F6222647-CB69-4BFD-8584-185CC82B3244}" type="parTrans" cxnId="{DA106654-2317-4B80-AFB7-AD27766E1813}">
      <dgm:prSet/>
      <dgm:spPr/>
      <dgm:t>
        <a:bodyPr/>
        <a:lstStyle/>
        <a:p>
          <a:endParaRPr lang="en-US"/>
        </a:p>
      </dgm:t>
    </dgm:pt>
    <dgm:pt modelId="{7322CB4C-8CC2-42FD-81DF-2B0A2C539957}" type="sibTrans" cxnId="{DA106654-2317-4B80-AFB7-AD27766E1813}">
      <dgm:prSet/>
      <dgm:spPr/>
      <dgm:t>
        <a:bodyPr/>
        <a:lstStyle/>
        <a:p>
          <a:endParaRPr lang="en-US"/>
        </a:p>
      </dgm:t>
    </dgm:pt>
    <dgm:pt modelId="{2CFC625C-FD7F-408B-96E5-53A78A47E35B}">
      <dgm:prSet/>
      <dgm:spPr/>
      <dgm:t>
        <a:bodyPr/>
        <a:lstStyle/>
        <a:p>
          <a:pPr rtl="0"/>
          <a:r>
            <a:rPr lang="en-US" b="1" smtClean="0"/>
            <a:t>Top Spending Category:</a:t>
          </a:r>
          <a:r>
            <a:rPr lang="en-US" smtClean="0"/>
            <a:t> </a:t>
          </a:r>
          <a:r>
            <a:rPr lang="en-US" b="1" smtClean="0"/>
            <a:t>Grocery</a:t>
          </a:r>
          <a:r>
            <a:rPr lang="en-US" smtClean="0"/>
            <a:t> (₹30,990 - 36.7% of total)</a:t>
          </a:r>
          <a:endParaRPr lang="en-US"/>
        </a:p>
      </dgm:t>
    </dgm:pt>
    <dgm:pt modelId="{265A45C9-7285-464A-BB77-55F5C18FB8F5}" type="parTrans" cxnId="{5ADC29BC-5591-468C-B8C3-E92B22FE3205}">
      <dgm:prSet/>
      <dgm:spPr/>
      <dgm:t>
        <a:bodyPr/>
        <a:lstStyle/>
        <a:p>
          <a:endParaRPr lang="en-US"/>
        </a:p>
      </dgm:t>
    </dgm:pt>
    <dgm:pt modelId="{A9E5DF55-495C-4FF1-92C7-0CF53F704BC8}" type="sibTrans" cxnId="{5ADC29BC-5591-468C-B8C3-E92B22FE3205}">
      <dgm:prSet/>
      <dgm:spPr/>
      <dgm:t>
        <a:bodyPr/>
        <a:lstStyle/>
        <a:p>
          <a:endParaRPr lang="en-US"/>
        </a:p>
      </dgm:t>
    </dgm:pt>
    <dgm:pt modelId="{4ADF483F-B749-4E50-98F6-000D90F8909E}">
      <dgm:prSet/>
      <dgm:spPr/>
      <dgm:t>
        <a:bodyPr/>
        <a:lstStyle/>
        <a:p>
          <a:pPr rtl="0"/>
          <a:r>
            <a:rPr lang="en-US" b="1" smtClean="0"/>
            <a:t>Most Expensive Item (Cumulative):</a:t>
          </a:r>
          <a:r>
            <a:rPr lang="en-US" smtClean="0"/>
            <a:t> </a:t>
          </a:r>
          <a:r>
            <a:rPr lang="en-US" b="1" smtClean="0"/>
            <a:t>Vegetables</a:t>
          </a:r>
          <a:r>
            <a:rPr lang="en-US" smtClean="0"/>
            <a:t> (₹9,390)</a:t>
          </a:r>
          <a:endParaRPr lang="en-US"/>
        </a:p>
      </dgm:t>
    </dgm:pt>
    <dgm:pt modelId="{B622065C-005A-46E4-89CA-F4EB314B6910}" type="parTrans" cxnId="{E1AD7F58-43BF-4A4B-96FF-864598A5A337}">
      <dgm:prSet/>
      <dgm:spPr/>
      <dgm:t>
        <a:bodyPr/>
        <a:lstStyle/>
        <a:p>
          <a:endParaRPr lang="en-US"/>
        </a:p>
      </dgm:t>
    </dgm:pt>
    <dgm:pt modelId="{9A62451F-8D90-4C62-8B6C-7F25D8B57EFD}" type="sibTrans" cxnId="{E1AD7F58-43BF-4A4B-96FF-864598A5A337}">
      <dgm:prSet/>
      <dgm:spPr/>
      <dgm:t>
        <a:bodyPr/>
        <a:lstStyle/>
        <a:p>
          <a:endParaRPr lang="en-US"/>
        </a:p>
      </dgm:t>
    </dgm:pt>
    <dgm:pt modelId="{BAE93962-1983-4813-B582-FB5C4FFE6E98}" type="pres">
      <dgm:prSet presAssocID="{ACA2556C-4B3E-4C7C-A8F9-31D66C4B7515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30BA6A5-1CF4-4AF5-8A21-E4131DBF6D1D}" type="pres">
      <dgm:prSet presAssocID="{D52C6FA1-B6D3-484B-8E73-9FB6B9456D99}" presName="composite" presStyleCnt="0"/>
      <dgm:spPr/>
    </dgm:pt>
    <dgm:pt modelId="{AF924CDA-0DCA-401D-9A1B-66535263C787}" type="pres">
      <dgm:prSet presAssocID="{D52C6FA1-B6D3-484B-8E73-9FB6B9456D99}" presName="parentText" presStyleLbl="alignNode1" presStyleIdx="0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53513B7-5CD9-4559-A96B-FF6E91A23879}" type="pres">
      <dgm:prSet presAssocID="{D52C6FA1-B6D3-484B-8E73-9FB6B9456D99}" presName="descendantText" presStyleLbl="alignAcc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6D2F471-9790-4CCC-B8FF-D998068A29A9}" type="pres">
      <dgm:prSet presAssocID="{BD97D4EB-4B4A-47EC-A054-0C67E1D47BB9}" presName="sp" presStyleCnt="0"/>
      <dgm:spPr/>
    </dgm:pt>
    <dgm:pt modelId="{3270A7B7-4BB3-49EB-8120-74305347E98B}" type="pres">
      <dgm:prSet presAssocID="{A5D272E8-227C-478F-8138-8A1BD9D8E4C1}" presName="composite" presStyleCnt="0"/>
      <dgm:spPr/>
    </dgm:pt>
    <dgm:pt modelId="{F9B00AC6-2F3F-4728-B954-85CD2F0C32C6}" type="pres">
      <dgm:prSet presAssocID="{A5D272E8-227C-478F-8138-8A1BD9D8E4C1}" presName="parentText" presStyleLbl="alignNode1" presStyleIdx="1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7AFEB1-B8E0-40E7-B0FA-B9054FBA6C6C}" type="pres">
      <dgm:prSet presAssocID="{A5D272E8-227C-478F-8138-8A1BD9D8E4C1}" presName="descendantText" presStyleLbl="alignAcc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ACCDEDE-8667-4581-8ACA-E2A76C42602C}" type="pres">
      <dgm:prSet presAssocID="{ADD8FA87-D679-43EA-AB18-932B660132F0}" presName="sp" presStyleCnt="0"/>
      <dgm:spPr/>
    </dgm:pt>
    <dgm:pt modelId="{28F0AEB4-5036-4F06-A348-B4AD3CAF8966}" type="pres">
      <dgm:prSet presAssocID="{6E6DBFD4-9061-4BAC-8532-CB3C2CD33E29}" presName="composite" presStyleCnt="0"/>
      <dgm:spPr/>
    </dgm:pt>
    <dgm:pt modelId="{44D89FC0-F96F-43B1-88EA-F190FDC4FDD0}" type="pres">
      <dgm:prSet presAssocID="{6E6DBFD4-9061-4BAC-8532-CB3C2CD33E29}" presName="parentText" presStyleLbl="alignNode1" presStyleIdx="2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8F5FD2-9831-4FA2-8A22-189142C4A3FA}" type="pres">
      <dgm:prSet presAssocID="{6E6DBFD4-9061-4BAC-8532-CB3C2CD33E29}" presName="descendantText" presStyleLbl="alignAcc1" presStyleIdx="2" presStyleCnt="5" custLinFactNeighborY="457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92F2604-7AEA-4D71-8A66-BF0B38A22D3E}" type="pres">
      <dgm:prSet presAssocID="{03B8786F-E5C2-49C2-905B-2EF65F7B89DD}" presName="sp" presStyleCnt="0"/>
      <dgm:spPr/>
    </dgm:pt>
    <dgm:pt modelId="{4756567D-43A6-41C9-AE2F-298D3472B49D}" type="pres">
      <dgm:prSet presAssocID="{1B1C096C-CE90-4173-B2E7-274474FEF5AA}" presName="composite" presStyleCnt="0"/>
      <dgm:spPr/>
    </dgm:pt>
    <dgm:pt modelId="{2566E814-B15E-46A8-A803-AA29249DFFD2}" type="pres">
      <dgm:prSet presAssocID="{1B1C096C-CE90-4173-B2E7-274474FEF5AA}" presName="parentText" presStyleLbl="alignNode1" presStyleIdx="3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6A96AD7-AFD8-41F2-8590-1E45F9BAE3E9}" type="pres">
      <dgm:prSet presAssocID="{1B1C096C-CE90-4173-B2E7-274474FEF5AA}" presName="descendantText" presStyleLbl="alignAcc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569D1C-7D0C-4F15-88C6-9129A6793A80}" type="pres">
      <dgm:prSet presAssocID="{10BF7C56-DC53-461F-A0C1-E1A714C7DFF8}" presName="sp" presStyleCnt="0"/>
      <dgm:spPr/>
    </dgm:pt>
    <dgm:pt modelId="{9D90875E-E71C-4E49-9EF3-4454DEBF05DD}" type="pres">
      <dgm:prSet presAssocID="{8095B68F-5A9C-43E7-8A80-B1D507C011E9}" presName="composite" presStyleCnt="0"/>
      <dgm:spPr/>
    </dgm:pt>
    <dgm:pt modelId="{17777065-42DB-49F9-B57E-4F4BE2E01830}" type="pres">
      <dgm:prSet presAssocID="{8095B68F-5A9C-43E7-8A80-B1D507C011E9}" presName="parentText" presStyleLbl="alignNode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EB07AAC-1B23-4076-86A0-19F6101E3CC6}" type="pres">
      <dgm:prSet presAssocID="{8095B68F-5A9C-43E7-8A80-B1D507C011E9}" presName="descendantText" presStyleLbl="alignAcc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A106654-2317-4B80-AFB7-AD27766E1813}" srcId="{6E6DBFD4-9061-4BAC-8532-CB3C2CD33E29}" destId="{ADFA2290-5CA3-4CBC-B8B0-4FB91F6C678F}" srcOrd="0" destOrd="0" parTransId="{F6222647-CB69-4BFD-8584-185CC82B3244}" sibTransId="{7322CB4C-8CC2-42FD-81DF-2B0A2C539957}"/>
    <dgm:cxn modelId="{9A157FEE-9F9C-43FD-8FE8-DFA48B37F3F1}" srcId="{ACA2556C-4B3E-4C7C-A8F9-31D66C4B7515}" destId="{6E6DBFD4-9061-4BAC-8532-CB3C2CD33E29}" srcOrd="2" destOrd="0" parTransId="{45BDF9EC-6136-4A1D-80EA-77062322BCC9}" sibTransId="{03B8786F-E5C2-49C2-905B-2EF65F7B89DD}"/>
    <dgm:cxn modelId="{77635916-5CDF-4C6A-8CE2-10D5EB52D9C8}" srcId="{ACA2556C-4B3E-4C7C-A8F9-31D66C4B7515}" destId="{8095B68F-5A9C-43E7-8A80-B1D507C011E9}" srcOrd="4" destOrd="0" parTransId="{F9DE8F62-1B84-48F5-910F-E3411C47355F}" sibTransId="{568012A2-7FAC-4E6E-9653-0CE78BD9372E}"/>
    <dgm:cxn modelId="{BC5C607B-65D3-486C-A4AB-19D80B5EA859}" srcId="{ACA2556C-4B3E-4C7C-A8F9-31D66C4B7515}" destId="{D52C6FA1-B6D3-484B-8E73-9FB6B9456D99}" srcOrd="0" destOrd="0" parTransId="{CFA63C41-8B40-43F1-B08A-D49C2D035E58}" sibTransId="{BD97D4EB-4B4A-47EC-A054-0C67E1D47BB9}"/>
    <dgm:cxn modelId="{5ADC29BC-5591-468C-B8C3-E92B22FE3205}" srcId="{1B1C096C-CE90-4173-B2E7-274474FEF5AA}" destId="{2CFC625C-FD7F-408B-96E5-53A78A47E35B}" srcOrd="0" destOrd="0" parTransId="{265A45C9-7285-464A-BB77-55F5C18FB8F5}" sibTransId="{A9E5DF55-495C-4FF1-92C7-0CF53F704BC8}"/>
    <dgm:cxn modelId="{F65236AC-B771-4A2D-9F4F-84FBD655AEB0}" type="presOf" srcId="{D52C6FA1-B6D3-484B-8E73-9FB6B9456D99}" destId="{AF924CDA-0DCA-401D-9A1B-66535263C787}" srcOrd="0" destOrd="0" presId="urn:microsoft.com/office/officeart/2005/8/layout/chevron2"/>
    <dgm:cxn modelId="{C879AEF2-E1F9-4025-B107-62DA8C7B9D78}" type="presOf" srcId="{A5D272E8-227C-478F-8138-8A1BD9D8E4C1}" destId="{F9B00AC6-2F3F-4728-B954-85CD2F0C32C6}" srcOrd="0" destOrd="0" presId="urn:microsoft.com/office/officeart/2005/8/layout/chevron2"/>
    <dgm:cxn modelId="{DF4D8A54-04E6-4983-B9D8-12F62EC270EF}" type="presOf" srcId="{1B1C096C-CE90-4173-B2E7-274474FEF5AA}" destId="{2566E814-B15E-46A8-A803-AA29249DFFD2}" srcOrd="0" destOrd="0" presId="urn:microsoft.com/office/officeart/2005/8/layout/chevron2"/>
    <dgm:cxn modelId="{C48F20BA-780C-43D6-8582-AA5F0321BD7B}" srcId="{ACA2556C-4B3E-4C7C-A8F9-31D66C4B7515}" destId="{1B1C096C-CE90-4173-B2E7-274474FEF5AA}" srcOrd="3" destOrd="0" parTransId="{132B1AE2-3B42-4B4D-BBF5-B58D765536D6}" sibTransId="{10BF7C56-DC53-461F-A0C1-E1A714C7DFF8}"/>
    <dgm:cxn modelId="{FEF911CE-4986-460E-B6BB-DD616BA06C96}" srcId="{ACA2556C-4B3E-4C7C-A8F9-31D66C4B7515}" destId="{A5D272E8-227C-478F-8138-8A1BD9D8E4C1}" srcOrd="1" destOrd="0" parTransId="{F37475A1-6683-4452-A47D-B415756E4BCC}" sibTransId="{ADD8FA87-D679-43EA-AB18-932B660132F0}"/>
    <dgm:cxn modelId="{2395DD6E-BF88-46B2-A80A-EF35D61C6CE0}" type="presOf" srcId="{ADFA2290-5CA3-4CBC-B8B0-4FB91F6C678F}" destId="{F98F5FD2-9831-4FA2-8A22-189142C4A3FA}" srcOrd="0" destOrd="0" presId="urn:microsoft.com/office/officeart/2005/8/layout/chevron2"/>
    <dgm:cxn modelId="{9ECA5BAA-CDE5-40AF-8A97-081D428FF29D}" type="presOf" srcId="{2CFC625C-FD7F-408B-96E5-53A78A47E35B}" destId="{D6A96AD7-AFD8-41F2-8590-1E45F9BAE3E9}" srcOrd="0" destOrd="0" presId="urn:microsoft.com/office/officeart/2005/8/layout/chevron2"/>
    <dgm:cxn modelId="{DB7ABF7F-7AEA-4896-8119-5767A4632668}" srcId="{A5D272E8-227C-478F-8138-8A1BD9D8E4C1}" destId="{1D2F61E4-3CB2-406E-A34F-BFD7C05BFD9D}" srcOrd="0" destOrd="0" parTransId="{45886778-B98A-495C-B4B8-63B505694218}" sibTransId="{7B599658-D589-484C-84EB-97C45FC036F7}"/>
    <dgm:cxn modelId="{33F916FF-1931-4656-A9E7-47F46081F10B}" type="presOf" srcId="{6E6DBFD4-9061-4BAC-8532-CB3C2CD33E29}" destId="{44D89FC0-F96F-43B1-88EA-F190FDC4FDD0}" srcOrd="0" destOrd="0" presId="urn:microsoft.com/office/officeart/2005/8/layout/chevron2"/>
    <dgm:cxn modelId="{7AE44D8A-295A-4052-82D9-169F80372E84}" type="presOf" srcId="{EF4EBDF1-DDB0-4FCF-9472-EB3C31EEB2A3}" destId="{C53513B7-5CD9-4559-A96B-FF6E91A23879}" srcOrd="0" destOrd="0" presId="urn:microsoft.com/office/officeart/2005/8/layout/chevron2"/>
    <dgm:cxn modelId="{23A325BD-B323-421F-8E91-B71D0D47503A}" type="presOf" srcId="{ACA2556C-4B3E-4C7C-A8F9-31D66C4B7515}" destId="{BAE93962-1983-4813-B582-FB5C4FFE6E98}" srcOrd="0" destOrd="0" presId="urn:microsoft.com/office/officeart/2005/8/layout/chevron2"/>
    <dgm:cxn modelId="{E1AD7F58-43BF-4A4B-96FF-864598A5A337}" srcId="{8095B68F-5A9C-43E7-8A80-B1D507C011E9}" destId="{4ADF483F-B749-4E50-98F6-000D90F8909E}" srcOrd="0" destOrd="0" parTransId="{B622065C-005A-46E4-89CA-F4EB314B6910}" sibTransId="{9A62451F-8D90-4C62-8B6C-7F25D8B57EFD}"/>
    <dgm:cxn modelId="{5BA00859-9D2B-4403-9817-D90E042ADFF2}" type="presOf" srcId="{4ADF483F-B749-4E50-98F6-000D90F8909E}" destId="{0EB07AAC-1B23-4076-86A0-19F6101E3CC6}" srcOrd="0" destOrd="0" presId="urn:microsoft.com/office/officeart/2005/8/layout/chevron2"/>
    <dgm:cxn modelId="{75DB4EFC-0C64-4D4A-A69B-0DF4FE5BBDC9}" srcId="{D52C6FA1-B6D3-484B-8E73-9FB6B9456D99}" destId="{EF4EBDF1-DDB0-4FCF-9472-EB3C31EEB2A3}" srcOrd="0" destOrd="0" parTransId="{38F75D80-6786-457B-B522-9D8B9FDF4CA7}" sibTransId="{67890680-1527-4251-913A-53F63A689226}"/>
    <dgm:cxn modelId="{5BE0A5C8-B2AF-42D3-A255-755574FA402D}" type="presOf" srcId="{8095B68F-5A9C-43E7-8A80-B1D507C011E9}" destId="{17777065-42DB-49F9-B57E-4F4BE2E01830}" srcOrd="0" destOrd="0" presId="urn:microsoft.com/office/officeart/2005/8/layout/chevron2"/>
    <dgm:cxn modelId="{B7EB9A22-F551-4034-A53A-B094F660DD05}" type="presOf" srcId="{1D2F61E4-3CB2-406E-A34F-BFD7C05BFD9D}" destId="{9F7AFEB1-B8E0-40E7-B0FA-B9054FBA6C6C}" srcOrd="0" destOrd="0" presId="urn:microsoft.com/office/officeart/2005/8/layout/chevron2"/>
    <dgm:cxn modelId="{2FA40A40-86A0-4EEA-8164-8BD45F949362}" type="presParOf" srcId="{BAE93962-1983-4813-B582-FB5C4FFE6E98}" destId="{630BA6A5-1CF4-4AF5-8A21-E4131DBF6D1D}" srcOrd="0" destOrd="0" presId="urn:microsoft.com/office/officeart/2005/8/layout/chevron2"/>
    <dgm:cxn modelId="{B638BE43-1E03-4E36-92DC-FE8FBFF67388}" type="presParOf" srcId="{630BA6A5-1CF4-4AF5-8A21-E4131DBF6D1D}" destId="{AF924CDA-0DCA-401D-9A1B-66535263C787}" srcOrd="0" destOrd="0" presId="urn:microsoft.com/office/officeart/2005/8/layout/chevron2"/>
    <dgm:cxn modelId="{6C421238-7470-46AB-92E9-A2624FF94B82}" type="presParOf" srcId="{630BA6A5-1CF4-4AF5-8A21-E4131DBF6D1D}" destId="{C53513B7-5CD9-4559-A96B-FF6E91A23879}" srcOrd="1" destOrd="0" presId="urn:microsoft.com/office/officeart/2005/8/layout/chevron2"/>
    <dgm:cxn modelId="{B876DE68-3E3F-4DA0-A496-9F00B139CCE2}" type="presParOf" srcId="{BAE93962-1983-4813-B582-FB5C4FFE6E98}" destId="{26D2F471-9790-4CCC-B8FF-D998068A29A9}" srcOrd="1" destOrd="0" presId="urn:microsoft.com/office/officeart/2005/8/layout/chevron2"/>
    <dgm:cxn modelId="{870C6868-461D-4870-980A-304D00585EAD}" type="presParOf" srcId="{BAE93962-1983-4813-B582-FB5C4FFE6E98}" destId="{3270A7B7-4BB3-49EB-8120-74305347E98B}" srcOrd="2" destOrd="0" presId="urn:microsoft.com/office/officeart/2005/8/layout/chevron2"/>
    <dgm:cxn modelId="{12846F6F-52F6-4230-A948-7A5771A7CBB0}" type="presParOf" srcId="{3270A7B7-4BB3-49EB-8120-74305347E98B}" destId="{F9B00AC6-2F3F-4728-B954-85CD2F0C32C6}" srcOrd="0" destOrd="0" presId="urn:microsoft.com/office/officeart/2005/8/layout/chevron2"/>
    <dgm:cxn modelId="{04B62732-102E-4DAE-B929-1A52BABC33C2}" type="presParOf" srcId="{3270A7B7-4BB3-49EB-8120-74305347E98B}" destId="{9F7AFEB1-B8E0-40E7-B0FA-B9054FBA6C6C}" srcOrd="1" destOrd="0" presId="urn:microsoft.com/office/officeart/2005/8/layout/chevron2"/>
    <dgm:cxn modelId="{32055173-479C-4056-8E3C-EE433560E8A5}" type="presParOf" srcId="{BAE93962-1983-4813-B582-FB5C4FFE6E98}" destId="{BACCDEDE-8667-4581-8ACA-E2A76C42602C}" srcOrd="3" destOrd="0" presId="urn:microsoft.com/office/officeart/2005/8/layout/chevron2"/>
    <dgm:cxn modelId="{D9DC9ADA-57C8-4C11-BCA8-3920F8CAF074}" type="presParOf" srcId="{BAE93962-1983-4813-B582-FB5C4FFE6E98}" destId="{28F0AEB4-5036-4F06-A348-B4AD3CAF8966}" srcOrd="4" destOrd="0" presId="urn:microsoft.com/office/officeart/2005/8/layout/chevron2"/>
    <dgm:cxn modelId="{2FB4D513-B81D-4B14-8376-6B06A4A236D2}" type="presParOf" srcId="{28F0AEB4-5036-4F06-A348-B4AD3CAF8966}" destId="{44D89FC0-F96F-43B1-88EA-F190FDC4FDD0}" srcOrd="0" destOrd="0" presId="urn:microsoft.com/office/officeart/2005/8/layout/chevron2"/>
    <dgm:cxn modelId="{A2099FC3-C25F-4916-8075-419746498ABE}" type="presParOf" srcId="{28F0AEB4-5036-4F06-A348-B4AD3CAF8966}" destId="{F98F5FD2-9831-4FA2-8A22-189142C4A3FA}" srcOrd="1" destOrd="0" presId="urn:microsoft.com/office/officeart/2005/8/layout/chevron2"/>
    <dgm:cxn modelId="{64A651DF-638A-4CB5-8973-BD11EB9219FF}" type="presParOf" srcId="{BAE93962-1983-4813-B582-FB5C4FFE6E98}" destId="{692F2604-7AEA-4D71-8A66-BF0B38A22D3E}" srcOrd="5" destOrd="0" presId="urn:microsoft.com/office/officeart/2005/8/layout/chevron2"/>
    <dgm:cxn modelId="{C4660E99-6095-42DA-AD34-6A53D09FA775}" type="presParOf" srcId="{BAE93962-1983-4813-B582-FB5C4FFE6E98}" destId="{4756567D-43A6-41C9-AE2F-298D3472B49D}" srcOrd="6" destOrd="0" presId="urn:microsoft.com/office/officeart/2005/8/layout/chevron2"/>
    <dgm:cxn modelId="{E05C56D0-4EEA-4309-ABCC-88E5A7324983}" type="presParOf" srcId="{4756567D-43A6-41C9-AE2F-298D3472B49D}" destId="{2566E814-B15E-46A8-A803-AA29249DFFD2}" srcOrd="0" destOrd="0" presId="urn:microsoft.com/office/officeart/2005/8/layout/chevron2"/>
    <dgm:cxn modelId="{C709B150-32F4-43C4-B71C-BCE5364DCBC2}" type="presParOf" srcId="{4756567D-43A6-41C9-AE2F-298D3472B49D}" destId="{D6A96AD7-AFD8-41F2-8590-1E45F9BAE3E9}" srcOrd="1" destOrd="0" presId="urn:microsoft.com/office/officeart/2005/8/layout/chevron2"/>
    <dgm:cxn modelId="{36CB6B5E-1503-4378-9EFB-9875305247B5}" type="presParOf" srcId="{BAE93962-1983-4813-B582-FB5C4FFE6E98}" destId="{51569D1C-7D0C-4F15-88C6-9129A6793A80}" srcOrd="7" destOrd="0" presId="urn:microsoft.com/office/officeart/2005/8/layout/chevron2"/>
    <dgm:cxn modelId="{A954368C-F25F-4FC8-A90D-AD64E2717322}" type="presParOf" srcId="{BAE93962-1983-4813-B582-FB5C4FFE6E98}" destId="{9D90875E-E71C-4E49-9EF3-4454DEBF05DD}" srcOrd="8" destOrd="0" presId="urn:microsoft.com/office/officeart/2005/8/layout/chevron2"/>
    <dgm:cxn modelId="{A6A7AC90-088F-4559-B4A6-AB486B58FD42}" type="presParOf" srcId="{9D90875E-E71C-4E49-9EF3-4454DEBF05DD}" destId="{17777065-42DB-49F9-B57E-4F4BE2E01830}" srcOrd="0" destOrd="0" presId="urn:microsoft.com/office/officeart/2005/8/layout/chevron2"/>
    <dgm:cxn modelId="{FAC44F22-E656-4EFD-85A7-03D2655F2AB8}" type="presParOf" srcId="{9D90875E-E71C-4E49-9EF3-4454DEBF05DD}" destId="{0EB07AAC-1B23-4076-86A0-19F6101E3CC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B78754C-740C-406B-B812-9D70E2D491FD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22FB8FA-86FE-43FD-A44B-F0E0B7C761DA}">
      <dgm:prSet/>
      <dgm:spPr/>
      <dgm:t>
        <a:bodyPr/>
        <a:lstStyle/>
        <a:p>
          <a:pPr rtl="0"/>
          <a:r>
            <a:rPr lang="en-US" b="1" dirty="0" smtClean="0"/>
            <a:t>1. </a:t>
          </a:r>
          <a:r>
            <a:rPr lang="en-US" b="1" u="sng" dirty="0" smtClean="0"/>
            <a:t>Optimization Strategy (Reduce 'Needs' from 70% to 50%)</a:t>
          </a:r>
          <a:endParaRPr lang="en-US" u="sng" dirty="0"/>
        </a:p>
      </dgm:t>
    </dgm:pt>
    <dgm:pt modelId="{EB26558B-399B-4CB6-83A3-9CEB0C649FA6}" type="parTrans" cxnId="{49915028-18D1-4BB2-90E3-168739916BAE}">
      <dgm:prSet/>
      <dgm:spPr/>
      <dgm:t>
        <a:bodyPr/>
        <a:lstStyle/>
        <a:p>
          <a:endParaRPr lang="en-US"/>
        </a:p>
      </dgm:t>
    </dgm:pt>
    <dgm:pt modelId="{1F5F0101-6079-4614-AF31-09AC454BFACF}" type="sibTrans" cxnId="{49915028-18D1-4BB2-90E3-168739916BAE}">
      <dgm:prSet/>
      <dgm:spPr/>
      <dgm:t>
        <a:bodyPr/>
        <a:lstStyle/>
        <a:p>
          <a:endParaRPr lang="en-US"/>
        </a:p>
      </dgm:t>
    </dgm:pt>
    <dgm:pt modelId="{C37BD531-B8C8-4172-8DDF-492059F58AE8}">
      <dgm:prSet/>
      <dgm:spPr/>
      <dgm:t>
        <a:bodyPr/>
        <a:lstStyle/>
        <a:p>
          <a:pPr rtl="0"/>
          <a:r>
            <a:rPr lang="en-US" b="1" dirty="0" smtClean="0"/>
            <a:t>2. </a:t>
          </a:r>
          <a:r>
            <a:rPr lang="en-US" b="1" u="sng" dirty="0" smtClean="0"/>
            <a:t>Stability Strategy (Manage Volatility)</a:t>
          </a:r>
          <a:endParaRPr lang="en-US" u="sng" dirty="0"/>
        </a:p>
      </dgm:t>
    </dgm:pt>
    <dgm:pt modelId="{10A62CE3-44A5-4946-81DE-17A4618329E0}" type="parTrans" cxnId="{7FAE2CB2-0A12-4882-9713-D9850743304D}">
      <dgm:prSet/>
      <dgm:spPr/>
      <dgm:t>
        <a:bodyPr/>
        <a:lstStyle/>
        <a:p>
          <a:endParaRPr lang="en-US"/>
        </a:p>
      </dgm:t>
    </dgm:pt>
    <dgm:pt modelId="{49398C8D-F98E-4068-A3EA-906E24F85BF0}" type="sibTrans" cxnId="{7FAE2CB2-0A12-4882-9713-D9850743304D}">
      <dgm:prSet/>
      <dgm:spPr/>
      <dgm:t>
        <a:bodyPr/>
        <a:lstStyle/>
        <a:p>
          <a:endParaRPr lang="en-US"/>
        </a:p>
      </dgm:t>
    </dgm:pt>
    <dgm:pt modelId="{7CD65F2E-109E-4741-8288-0A8C773B631D}">
      <dgm:prSet/>
      <dgm:spPr/>
      <dgm:t>
        <a:bodyPr/>
        <a:lstStyle/>
        <a:p>
          <a:pPr rtl="0"/>
          <a:r>
            <a:rPr lang="en-US" b="1" dirty="0" smtClean="0"/>
            <a:t>3. </a:t>
          </a:r>
          <a:r>
            <a:rPr lang="en-US" b="1" u="sng" dirty="0" smtClean="0"/>
            <a:t>Savings Goal</a:t>
          </a:r>
          <a:endParaRPr lang="en-US" u="sng" dirty="0"/>
        </a:p>
      </dgm:t>
    </dgm:pt>
    <dgm:pt modelId="{22238581-FD6A-4E74-B6BF-9F456D2EE5FC}" type="parTrans" cxnId="{22B89072-1E96-4C52-A9C6-B72B46E2152B}">
      <dgm:prSet/>
      <dgm:spPr/>
      <dgm:t>
        <a:bodyPr/>
        <a:lstStyle/>
        <a:p>
          <a:endParaRPr lang="en-US"/>
        </a:p>
      </dgm:t>
    </dgm:pt>
    <dgm:pt modelId="{FB4B2C39-F42D-4C81-B42A-28560C54923E}" type="sibTrans" cxnId="{22B89072-1E96-4C52-A9C6-B72B46E2152B}">
      <dgm:prSet/>
      <dgm:spPr/>
      <dgm:t>
        <a:bodyPr/>
        <a:lstStyle/>
        <a:p>
          <a:endParaRPr lang="en-US"/>
        </a:p>
      </dgm:t>
    </dgm:pt>
    <dgm:pt modelId="{D2616EEF-E6D7-48B0-A990-F762094DA94F}">
      <dgm:prSet/>
      <dgm:spPr/>
      <dgm:t>
        <a:bodyPr/>
        <a:lstStyle/>
        <a:p>
          <a:pPr rtl="0"/>
          <a:r>
            <a:rPr lang="en-US" b="1" dirty="0" smtClean="0"/>
            <a:t>Bulk Purchase:</a:t>
          </a:r>
          <a:r>
            <a:rPr lang="en-US" dirty="0" smtClean="0"/>
            <a:t> Buy non-perishables (Rice, Oil, Pulses) bi-monthly to reduce the ₹31k Grocery bill by ~10%.</a:t>
          </a:r>
          <a:endParaRPr lang="en-US" dirty="0"/>
        </a:p>
      </dgm:t>
    </dgm:pt>
    <dgm:pt modelId="{3A0A2B6F-856E-40AB-8974-F998CF58CB96}" type="parTrans" cxnId="{6FCF5AEB-9E70-489C-A0A6-1E9422DEDD2E}">
      <dgm:prSet/>
      <dgm:spPr/>
      <dgm:t>
        <a:bodyPr/>
        <a:lstStyle/>
        <a:p>
          <a:endParaRPr lang="en-US"/>
        </a:p>
      </dgm:t>
    </dgm:pt>
    <dgm:pt modelId="{FBE7C2FE-568E-4587-9231-889535D08527}" type="sibTrans" cxnId="{6FCF5AEB-9E70-489C-A0A6-1E9422DEDD2E}">
      <dgm:prSet/>
      <dgm:spPr/>
      <dgm:t>
        <a:bodyPr/>
        <a:lstStyle/>
        <a:p>
          <a:endParaRPr lang="en-US"/>
        </a:p>
      </dgm:t>
    </dgm:pt>
    <dgm:pt modelId="{12246250-62F1-4369-967C-4FDC4447E4C6}">
      <dgm:prSet/>
      <dgm:spPr/>
      <dgm:t>
        <a:bodyPr/>
        <a:lstStyle/>
        <a:p>
          <a:pPr rtl="0"/>
          <a:r>
            <a:rPr lang="en-US" b="1" dirty="0" smtClean="0"/>
            <a:t>Audit </a:t>
          </a:r>
          <a:r>
            <a:rPr lang="en-US" b="1" i="1" dirty="0" smtClean="0"/>
            <a:t>I</a:t>
          </a:r>
          <a:r>
            <a:rPr lang="en-US" b="1" dirty="0" smtClean="0"/>
            <a:t>ncidentals:</a:t>
          </a:r>
          <a:r>
            <a:rPr lang="en-US" dirty="0" smtClean="0"/>
            <a:t> Track the "Miscellaneous" category (₹8k) to plug unaccounted cash leaks.</a:t>
          </a:r>
          <a:endParaRPr lang="en-US" dirty="0"/>
        </a:p>
      </dgm:t>
    </dgm:pt>
    <dgm:pt modelId="{DDCEB3D5-E1F9-4C74-ACD9-D06AC1B572B1}" type="parTrans" cxnId="{AE3755B9-9694-4DCC-8BAB-24236E85DCB4}">
      <dgm:prSet/>
      <dgm:spPr/>
      <dgm:t>
        <a:bodyPr/>
        <a:lstStyle/>
        <a:p>
          <a:endParaRPr lang="en-US"/>
        </a:p>
      </dgm:t>
    </dgm:pt>
    <dgm:pt modelId="{4701EEB0-4067-472D-A8B0-7142B554EB94}" type="sibTrans" cxnId="{AE3755B9-9694-4DCC-8BAB-24236E85DCB4}">
      <dgm:prSet/>
      <dgm:spPr/>
      <dgm:t>
        <a:bodyPr/>
        <a:lstStyle/>
        <a:p>
          <a:endParaRPr lang="en-US"/>
        </a:p>
      </dgm:t>
    </dgm:pt>
    <dgm:pt modelId="{D5BE00F2-7B30-4C9B-9903-972FE142FDA5}">
      <dgm:prSet/>
      <dgm:spPr/>
      <dgm:t>
        <a:bodyPr/>
        <a:lstStyle/>
        <a:p>
          <a:pPr rtl="0"/>
          <a:r>
            <a:rPr lang="en-US" b="1" smtClean="0"/>
            <a:t>Travel Sinking Fund:</a:t>
          </a:r>
          <a:r>
            <a:rPr lang="en-US" smtClean="0"/>
            <a:t> Save ₹1,500/month specifically for trips to prevent spikes like February (₹7.5k).</a:t>
          </a:r>
          <a:endParaRPr lang="en-US"/>
        </a:p>
      </dgm:t>
    </dgm:pt>
    <dgm:pt modelId="{F8130C06-15BC-4921-949E-09FD3C652F1F}" type="parTrans" cxnId="{10754B72-EFC2-459C-8AE6-046E9EA1555E}">
      <dgm:prSet/>
      <dgm:spPr/>
      <dgm:t>
        <a:bodyPr/>
        <a:lstStyle/>
        <a:p>
          <a:endParaRPr lang="en-US"/>
        </a:p>
      </dgm:t>
    </dgm:pt>
    <dgm:pt modelId="{DBEF857A-346A-4BEB-AB03-A2A1F458CD1F}" type="sibTrans" cxnId="{10754B72-EFC2-459C-8AE6-046E9EA1555E}">
      <dgm:prSet/>
      <dgm:spPr/>
      <dgm:t>
        <a:bodyPr/>
        <a:lstStyle/>
        <a:p>
          <a:endParaRPr lang="en-US"/>
        </a:p>
      </dgm:t>
    </dgm:pt>
    <dgm:pt modelId="{0A482F54-7D83-44A3-9347-2174ED243AE1}">
      <dgm:prSet/>
      <dgm:spPr/>
      <dgm:t>
        <a:bodyPr/>
        <a:lstStyle/>
        <a:p>
          <a:pPr rtl="0"/>
          <a:r>
            <a:rPr lang="en-US" b="1" dirty="0" smtClean="0"/>
            <a:t>Impulse Control:</a:t>
          </a:r>
          <a:r>
            <a:rPr lang="en-US" dirty="0" smtClean="0"/>
            <a:t> Implement a "7-Day Wait Rule" for Shopping items &gt;₹1,000 (e.g., Shoes/Clothes).</a:t>
          </a:r>
          <a:endParaRPr lang="en-US" dirty="0"/>
        </a:p>
      </dgm:t>
    </dgm:pt>
    <dgm:pt modelId="{AC112EC3-30F8-479D-BB15-EEB4BB319A5D}" type="parTrans" cxnId="{A85AF793-0A95-40A9-B8F9-04F5A974FD45}">
      <dgm:prSet/>
      <dgm:spPr/>
      <dgm:t>
        <a:bodyPr/>
        <a:lstStyle/>
        <a:p>
          <a:endParaRPr lang="en-US"/>
        </a:p>
      </dgm:t>
    </dgm:pt>
    <dgm:pt modelId="{F0192AF8-4B89-4BE3-86DF-0CF2A526CBB9}" type="sibTrans" cxnId="{A85AF793-0A95-40A9-B8F9-04F5A974FD45}">
      <dgm:prSet/>
      <dgm:spPr/>
      <dgm:t>
        <a:bodyPr/>
        <a:lstStyle/>
        <a:p>
          <a:endParaRPr lang="en-US"/>
        </a:p>
      </dgm:t>
    </dgm:pt>
    <dgm:pt modelId="{D1B70456-91F7-42A2-B9B0-AEDF6B41F85E}">
      <dgm:prSet/>
      <dgm:spPr/>
      <dgm:t>
        <a:bodyPr/>
        <a:lstStyle/>
        <a:p>
          <a:pPr rtl="0"/>
          <a:r>
            <a:rPr lang="en-US" b="1" smtClean="0"/>
            <a:t>Current State:</a:t>
          </a:r>
          <a:r>
            <a:rPr lang="en-US" smtClean="0"/>
            <a:t> 0% dedicated Savings (Income consumed by Needs/Wants).</a:t>
          </a:r>
          <a:endParaRPr lang="en-US"/>
        </a:p>
      </dgm:t>
    </dgm:pt>
    <dgm:pt modelId="{EF29A18A-B56A-40DB-9839-022DB45990FE}" type="parTrans" cxnId="{CC4720B6-6D37-4F1E-900F-6E4DE66AACC1}">
      <dgm:prSet/>
      <dgm:spPr/>
      <dgm:t>
        <a:bodyPr/>
        <a:lstStyle/>
        <a:p>
          <a:endParaRPr lang="en-US"/>
        </a:p>
      </dgm:t>
    </dgm:pt>
    <dgm:pt modelId="{1CE73774-D0E3-49C9-B35B-BF8120C0894B}" type="sibTrans" cxnId="{CC4720B6-6D37-4F1E-900F-6E4DE66AACC1}">
      <dgm:prSet/>
      <dgm:spPr/>
      <dgm:t>
        <a:bodyPr/>
        <a:lstStyle/>
        <a:p>
          <a:endParaRPr lang="en-US"/>
        </a:p>
      </dgm:t>
    </dgm:pt>
    <dgm:pt modelId="{C4155EF1-D737-4C1D-BD29-88657B1FFC9B}">
      <dgm:prSet/>
      <dgm:spPr/>
      <dgm:t>
        <a:bodyPr/>
        <a:lstStyle/>
        <a:p>
          <a:pPr rtl="0"/>
          <a:r>
            <a:rPr lang="en-US" b="1" dirty="0" smtClean="0"/>
            <a:t>Target:</a:t>
          </a:r>
          <a:r>
            <a:rPr lang="en-US" dirty="0" smtClean="0"/>
            <a:t> Shift 20% of budget from "Essentials" and "Dining Out" into a Savings Fund.</a:t>
          </a:r>
          <a:endParaRPr lang="en-US" dirty="0"/>
        </a:p>
      </dgm:t>
    </dgm:pt>
    <dgm:pt modelId="{B5D55DBE-0D66-4C46-99C7-7794F79864B0}" type="parTrans" cxnId="{BB7AE363-7769-4D63-A3A1-8B0E2E9A7BA2}">
      <dgm:prSet/>
      <dgm:spPr/>
      <dgm:t>
        <a:bodyPr/>
        <a:lstStyle/>
        <a:p>
          <a:endParaRPr lang="en-US"/>
        </a:p>
      </dgm:t>
    </dgm:pt>
    <dgm:pt modelId="{B4DEC429-3E10-46FB-A8A6-60AA972C0AB4}" type="sibTrans" cxnId="{BB7AE363-7769-4D63-A3A1-8B0E2E9A7BA2}">
      <dgm:prSet/>
      <dgm:spPr/>
      <dgm:t>
        <a:bodyPr/>
        <a:lstStyle/>
        <a:p>
          <a:endParaRPr lang="en-US"/>
        </a:p>
      </dgm:t>
    </dgm:pt>
    <dgm:pt modelId="{767D6224-64AB-4C56-BC56-F5DB119EAD48}" type="pres">
      <dgm:prSet presAssocID="{AB78754C-740C-406B-B812-9D70E2D491FD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F0EB732-E0CF-41D7-82AE-9FE3DEB9B499}" type="pres">
      <dgm:prSet presAssocID="{F22FB8FA-86FE-43FD-A44B-F0E0B7C761DA}" presName="composite" presStyleCnt="0"/>
      <dgm:spPr/>
    </dgm:pt>
    <dgm:pt modelId="{99571B00-77B3-476C-903F-35D8CBF76C0A}" type="pres">
      <dgm:prSet presAssocID="{F22FB8FA-86FE-43FD-A44B-F0E0B7C761DA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6C7AC1E-1E80-4B50-96D8-A382BA242AD1}" type="pres">
      <dgm:prSet presAssocID="{F22FB8FA-86FE-43FD-A44B-F0E0B7C761DA}" presName="desTx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FAF79C-EEC5-4153-8282-132CA0990B88}" type="pres">
      <dgm:prSet presAssocID="{1F5F0101-6079-4614-AF31-09AC454BFACF}" presName="space" presStyleCnt="0"/>
      <dgm:spPr/>
    </dgm:pt>
    <dgm:pt modelId="{8ADDCF99-CBFE-4D6F-AF2B-AE43B63391DC}" type="pres">
      <dgm:prSet presAssocID="{C37BD531-B8C8-4172-8DDF-492059F58AE8}" presName="composite" presStyleCnt="0"/>
      <dgm:spPr/>
    </dgm:pt>
    <dgm:pt modelId="{D04A17F6-456F-4881-A479-7E54C8B878F6}" type="pres">
      <dgm:prSet presAssocID="{C37BD531-B8C8-4172-8DDF-492059F58AE8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D58C1E1-FA76-46A3-B2F0-A836688CB3A2}" type="pres">
      <dgm:prSet presAssocID="{C37BD531-B8C8-4172-8DDF-492059F58AE8}" presName="desTx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76BA4EC-2D75-414B-B8E4-90A95C457172}" type="pres">
      <dgm:prSet presAssocID="{49398C8D-F98E-4068-A3EA-906E24F85BF0}" presName="space" presStyleCnt="0"/>
      <dgm:spPr/>
    </dgm:pt>
    <dgm:pt modelId="{DACE13B5-1043-4D27-BE1A-8763303EDACC}" type="pres">
      <dgm:prSet presAssocID="{7CD65F2E-109E-4741-8288-0A8C773B631D}" presName="composite" presStyleCnt="0"/>
      <dgm:spPr/>
    </dgm:pt>
    <dgm:pt modelId="{8DB6E760-DBA1-4160-A2E2-AB9355C002B5}" type="pres">
      <dgm:prSet presAssocID="{7CD65F2E-109E-4741-8288-0A8C773B631D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B5251C9-9597-4F56-99E9-94F9781ACE46}" type="pres">
      <dgm:prSet presAssocID="{7CD65F2E-109E-4741-8288-0A8C773B631D}" presName="desTx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7821BAA-4855-4B1F-933E-BBF1882FC1AA}" type="presOf" srcId="{12246250-62F1-4369-967C-4FDC4447E4C6}" destId="{D6C7AC1E-1E80-4B50-96D8-A382BA242AD1}" srcOrd="0" destOrd="1" presId="urn:microsoft.com/office/officeart/2005/8/layout/hList1"/>
    <dgm:cxn modelId="{CC4720B6-6D37-4F1E-900F-6E4DE66AACC1}" srcId="{7CD65F2E-109E-4741-8288-0A8C773B631D}" destId="{D1B70456-91F7-42A2-B9B0-AEDF6B41F85E}" srcOrd="0" destOrd="0" parTransId="{EF29A18A-B56A-40DB-9839-022DB45990FE}" sibTransId="{1CE73774-D0E3-49C9-B35B-BF8120C0894B}"/>
    <dgm:cxn modelId="{7FAE2CB2-0A12-4882-9713-D9850743304D}" srcId="{AB78754C-740C-406B-B812-9D70E2D491FD}" destId="{C37BD531-B8C8-4172-8DDF-492059F58AE8}" srcOrd="1" destOrd="0" parTransId="{10A62CE3-44A5-4946-81DE-17A4618329E0}" sibTransId="{49398C8D-F98E-4068-A3EA-906E24F85BF0}"/>
    <dgm:cxn modelId="{221117EC-AB7C-48C3-A344-4B44E38CD7F8}" type="presOf" srcId="{0A482F54-7D83-44A3-9347-2174ED243AE1}" destId="{6D58C1E1-FA76-46A3-B2F0-A836688CB3A2}" srcOrd="0" destOrd="1" presId="urn:microsoft.com/office/officeart/2005/8/layout/hList1"/>
    <dgm:cxn modelId="{1D993A3D-239A-4D02-8894-5FF8F33DA776}" type="presOf" srcId="{D5BE00F2-7B30-4C9B-9903-972FE142FDA5}" destId="{6D58C1E1-FA76-46A3-B2F0-A836688CB3A2}" srcOrd="0" destOrd="0" presId="urn:microsoft.com/office/officeart/2005/8/layout/hList1"/>
    <dgm:cxn modelId="{CC3E0342-EFCC-442B-BE91-54036D2EB77B}" type="presOf" srcId="{AB78754C-740C-406B-B812-9D70E2D491FD}" destId="{767D6224-64AB-4C56-BC56-F5DB119EAD48}" srcOrd="0" destOrd="0" presId="urn:microsoft.com/office/officeart/2005/8/layout/hList1"/>
    <dgm:cxn modelId="{337D9626-E706-4D0B-B7A7-FF82931DD2F3}" type="presOf" srcId="{F22FB8FA-86FE-43FD-A44B-F0E0B7C761DA}" destId="{99571B00-77B3-476C-903F-35D8CBF76C0A}" srcOrd="0" destOrd="0" presId="urn:microsoft.com/office/officeart/2005/8/layout/hList1"/>
    <dgm:cxn modelId="{AE3755B9-9694-4DCC-8BAB-24236E85DCB4}" srcId="{F22FB8FA-86FE-43FD-A44B-F0E0B7C761DA}" destId="{12246250-62F1-4369-967C-4FDC4447E4C6}" srcOrd="1" destOrd="0" parTransId="{DDCEB3D5-E1F9-4C74-ACD9-D06AC1B572B1}" sibTransId="{4701EEB0-4067-472D-A8B0-7142B554EB94}"/>
    <dgm:cxn modelId="{BB7AE363-7769-4D63-A3A1-8B0E2E9A7BA2}" srcId="{7CD65F2E-109E-4741-8288-0A8C773B631D}" destId="{C4155EF1-D737-4C1D-BD29-88657B1FFC9B}" srcOrd="1" destOrd="0" parTransId="{B5D55DBE-0D66-4C46-99C7-7794F79864B0}" sibTransId="{B4DEC429-3E10-46FB-A8A6-60AA972C0AB4}"/>
    <dgm:cxn modelId="{B9B621AC-79E9-437B-8CDB-28615C8DE0CF}" type="presOf" srcId="{D2616EEF-E6D7-48B0-A990-F762094DA94F}" destId="{D6C7AC1E-1E80-4B50-96D8-A382BA242AD1}" srcOrd="0" destOrd="0" presId="urn:microsoft.com/office/officeart/2005/8/layout/hList1"/>
    <dgm:cxn modelId="{7AD0265A-1C71-4DD3-9AA7-BDBF006D2A6A}" type="presOf" srcId="{C4155EF1-D737-4C1D-BD29-88657B1FFC9B}" destId="{3B5251C9-9597-4F56-99E9-94F9781ACE46}" srcOrd="0" destOrd="1" presId="urn:microsoft.com/office/officeart/2005/8/layout/hList1"/>
    <dgm:cxn modelId="{3868BB87-ED50-4B6B-8CEC-17D81C6834EC}" type="presOf" srcId="{C37BD531-B8C8-4172-8DDF-492059F58AE8}" destId="{D04A17F6-456F-4881-A479-7E54C8B878F6}" srcOrd="0" destOrd="0" presId="urn:microsoft.com/office/officeart/2005/8/layout/hList1"/>
    <dgm:cxn modelId="{7FF88B2D-5439-419D-AF56-8FDDE1CF7F75}" type="presOf" srcId="{7CD65F2E-109E-4741-8288-0A8C773B631D}" destId="{8DB6E760-DBA1-4160-A2E2-AB9355C002B5}" srcOrd="0" destOrd="0" presId="urn:microsoft.com/office/officeart/2005/8/layout/hList1"/>
    <dgm:cxn modelId="{49915028-18D1-4BB2-90E3-168739916BAE}" srcId="{AB78754C-740C-406B-B812-9D70E2D491FD}" destId="{F22FB8FA-86FE-43FD-A44B-F0E0B7C761DA}" srcOrd="0" destOrd="0" parTransId="{EB26558B-399B-4CB6-83A3-9CEB0C649FA6}" sibTransId="{1F5F0101-6079-4614-AF31-09AC454BFACF}"/>
    <dgm:cxn modelId="{78FD8B9E-BDEC-4DB0-9FB6-507A2A43C364}" type="presOf" srcId="{D1B70456-91F7-42A2-B9B0-AEDF6B41F85E}" destId="{3B5251C9-9597-4F56-99E9-94F9781ACE46}" srcOrd="0" destOrd="0" presId="urn:microsoft.com/office/officeart/2005/8/layout/hList1"/>
    <dgm:cxn modelId="{10754B72-EFC2-459C-8AE6-046E9EA1555E}" srcId="{C37BD531-B8C8-4172-8DDF-492059F58AE8}" destId="{D5BE00F2-7B30-4C9B-9903-972FE142FDA5}" srcOrd="0" destOrd="0" parTransId="{F8130C06-15BC-4921-949E-09FD3C652F1F}" sibTransId="{DBEF857A-346A-4BEB-AB03-A2A1F458CD1F}"/>
    <dgm:cxn modelId="{6FCF5AEB-9E70-489C-A0A6-1E9422DEDD2E}" srcId="{F22FB8FA-86FE-43FD-A44B-F0E0B7C761DA}" destId="{D2616EEF-E6D7-48B0-A990-F762094DA94F}" srcOrd="0" destOrd="0" parTransId="{3A0A2B6F-856E-40AB-8974-F998CF58CB96}" sibTransId="{FBE7C2FE-568E-4587-9231-889535D08527}"/>
    <dgm:cxn modelId="{A85AF793-0A95-40A9-B8F9-04F5A974FD45}" srcId="{C37BD531-B8C8-4172-8DDF-492059F58AE8}" destId="{0A482F54-7D83-44A3-9347-2174ED243AE1}" srcOrd="1" destOrd="0" parTransId="{AC112EC3-30F8-479D-BB15-EEB4BB319A5D}" sibTransId="{F0192AF8-4B89-4BE3-86DF-0CF2A526CBB9}"/>
    <dgm:cxn modelId="{22B89072-1E96-4C52-A9C6-B72B46E2152B}" srcId="{AB78754C-740C-406B-B812-9D70E2D491FD}" destId="{7CD65F2E-109E-4741-8288-0A8C773B631D}" srcOrd="2" destOrd="0" parTransId="{22238581-FD6A-4E74-B6BF-9F456D2EE5FC}" sibTransId="{FB4B2C39-F42D-4C81-B42A-28560C54923E}"/>
    <dgm:cxn modelId="{7A1F724F-316D-42AB-A392-73574C6CF3AD}" type="presParOf" srcId="{767D6224-64AB-4C56-BC56-F5DB119EAD48}" destId="{BF0EB732-E0CF-41D7-82AE-9FE3DEB9B499}" srcOrd="0" destOrd="0" presId="urn:microsoft.com/office/officeart/2005/8/layout/hList1"/>
    <dgm:cxn modelId="{26AF6669-0BAE-4B05-87E2-246D776062CA}" type="presParOf" srcId="{BF0EB732-E0CF-41D7-82AE-9FE3DEB9B499}" destId="{99571B00-77B3-476C-903F-35D8CBF76C0A}" srcOrd="0" destOrd="0" presId="urn:microsoft.com/office/officeart/2005/8/layout/hList1"/>
    <dgm:cxn modelId="{5EE7EFBF-B27F-4DFC-BD49-AFDC7A96E9FB}" type="presParOf" srcId="{BF0EB732-E0CF-41D7-82AE-9FE3DEB9B499}" destId="{D6C7AC1E-1E80-4B50-96D8-A382BA242AD1}" srcOrd="1" destOrd="0" presId="urn:microsoft.com/office/officeart/2005/8/layout/hList1"/>
    <dgm:cxn modelId="{08CFB307-4F25-46F4-B11F-00F5403486E1}" type="presParOf" srcId="{767D6224-64AB-4C56-BC56-F5DB119EAD48}" destId="{ECFAF79C-EEC5-4153-8282-132CA0990B88}" srcOrd="1" destOrd="0" presId="urn:microsoft.com/office/officeart/2005/8/layout/hList1"/>
    <dgm:cxn modelId="{BDF81898-4775-484A-8449-D3721138AE1B}" type="presParOf" srcId="{767D6224-64AB-4C56-BC56-F5DB119EAD48}" destId="{8ADDCF99-CBFE-4D6F-AF2B-AE43B63391DC}" srcOrd="2" destOrd="0" presId="urn:microsoft.com/office/officeart/2005/8/layout/hList1"/>
    <dgm:cxn modelId="{085F21FB-17A8-465F-A833-3A7BF0E750E0}" type="presParOf" srcId="{8ADDCF99-CBFE-4D6F-AF2B-AE43B63391DC}" destId="{D04A17F6-456F-4881-A479-7E54C8B878F6}" srcOrd="0" destOrd="0" presId="urn:microsoft.com/office/officeart/2005/8/layout/hList1"/>
    <dgm:cxn modelId="{2812D1AC-D69C-437A-B9B0-AC0E60BC7B29}" type="presParOf" srcId="{8ADDCF99-CBFE-4D6F-AF2B-AE43B63391DC}" destId="{6D58C1E1-FA76-46A3-B2F0-A836688CB3A2}" srcOrd="1" destOrd="0" presId="urn:microsoft.com/office/officeart/2005/8/layout/hList1"/>
    <dgm:cxn modelId="{EC73985B-B1B0-48A4-A79D-85C0505A0FC0}" type="presParOf" srcId="{767D6224-64AB-4C56-BC56-F5DB119EAD48}" destId="{B76BA4EC-2D75-414B-B8E4-90A95C457172}" srcOrd="3" destOrd="0" presId="urn:microsoft.com/office/officeart/2005/8/layout/hList1"/>
    <dgm:cxn modelId="{6BC7CDDC-8A52-438C-BE30-B0E056318871}" type="presParOf" srcId="{767D6224-64AB-4C56-BC56-F5DB119EAD48}" destId="{DACE13B5-1043-4D27-BE1A-8763303EDACC}" srcOrd="4" destOrd="0" presId="urn:microsoft.com/office/officeart/2005/8/layout/hList1"/>
    <dgm:cxn modelId="{331EBC28-E97C-48EC-A149-D7BD4B1E8DE1}" type="presParOf" srcId="{DACE13B5-1043-4D27-BE1A-8763303EDACC}" destId="{8DB6E760-DBA1-4160-A2E2-AB9355C002B5}" srcOrd="0" destOrd="0" presId="urn:microsoft.com/office/officeart/2005/8/layout/hList1"/>
    <dgm:cxn modelId="{D76B6B49-D01E-421D-8F8F-AF5DD5FE4861}" type="presParOf" srcId="{DACE13B5-1043-4D27-BE1A-8763303EDACC}" destId="{3B5251C9-9597-4F56-99E9-94F9781ACE4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8E468BA-E626-41B0-B2F9-C84643A895FA}">
      <dsp:nvSpPr>
        <dsp:cNvPr id="0" name=""/>
        <dsp:cNvSpPr/>
      </dsp:nvSpPr>
      <dsp:spPr>
        <a:xfrm>
          <a:off x="84664" y="595359"/>
          <a:ext cx="2577656" cy="432000"/>
        </a:xfrm>
        <a:prstGeom prst="rect">
          <a:avLst/>
        </a:prstGeom>
        <a:solidFill>
          <a:srgbClr val="FF99CC"/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1.Category Breakdown</a:t>
          </a:r>
          <a:endParaRPr lang="en-US" sz="1500" kern="1200" dirty="0"/>
        </a:p>
      </dsp:txBody>
      <dsp:txXfrm>
        <a:off x="84664" y="595359"/>
        <a:ext cx="2577656" cy="432000"/>
      </dsp:txXfrm>
    </dsp:sp>
    <dsp:sp modelId="{8814939D-D826-4798-87CF-CEB44CEEC5DC}">
      <dsp:nvSpPr>
        <dsp:cNvPr id="0" name=""/>
        <dsp:cNvSpPr/>
      </dsp:nvSpPr>
      <dsp:spPr>
        <a:xfrm>
          <a:off x="82344" y="1224130"/>
          <a:ext cx="2577656" cy="13999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b="1" kern="1200" dirty="0" smtClean="0"/>
            <a:t>Total Spent in June:</a:t>
          </a:r>
          <a:r>
            <a:rPr lang="en-US" sz="1500" kern="1200" dirty="0" smtClean="0"/>
            <a:t> ₹13,560</a:t>
          </a:r>
          <a:endParaRPr lang="en-US" sz="1500" kern="1200" dirty="0"/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b="1" kern="1200" dirty="0" smtClean="0"/>
            <a:t>Top Categories:</a:t>
          </a:r>
          <a:endParaRPr lang="en-US" sz="1500" kern="1200" dirty="0"/>
        </a:p>
        <a:p>
          <a:pPr marL="228600" lvl="2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Grocery: ₹4,690 (Highest)</a:t>
          </a:r>
          <a:endParaRPr lang="en-US" sz="1500" kern="1200" dirty="0"/>
        </a:p>
        <a:p>
          <a:pPr marL="228600" lvl="2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Shopping: ₹3,500</a:t>
          </a:r>
          <a:endParaRPr lang="en-US" sz="1500" kern="1200" dirty="0"/>
        </a:p>
        <a:p>
          <a:pPr marL="228600" lvl="2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Ticket and Bills: ₹2,570</a:t>
          </a:r>
          <a:endParaRPr lang="en-US" sz="1500" kern="1200" dirty="0"/>
        </a:p>
      </dsp:txBody>
      <dsp:txXfrm>
        <a:off x="82344" y="1224130"/>
        <a:ext cx="2577656" cy="1399950"/>
      </dsp:txXfrm>
    </dsp:sp>
    <dsp:sp modelId="{9B160D50-42DA-4EB4-9BB1-3FDFF9268E64}">
      <dsp:nvSpPr>
        <dsp:cNvPr id="0" name=""/>
        <dsp:cNvSpPr/>
      </dsp:nvSpPr>
      <dsp:spPr>
        <a:xfrm>
          <a:off x="4378060" y="667365"/>
          <a:ext cx="2577656" cy="432000"/>
        </a:xfrm>
        <a:prstGeom prst="rect">
          <a:avLst/>
        </a:prstGeom>
        <a:solidFill>
          <a:srgbClr val="FF99CC"/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2. Specific Category Details</a:t>
          </a:r>
          <a:endParaRPr lang="en-US" sz="1500" kern="1200" dirty="0"/>
        </a:p>
      </dsp:txBody>
      <dsp:txXfrm>
        <a:off x="4378060" y="667365"/>
        <a:ext cx="2577656" cy="432000"/>
      </dsp:txXfrm>
    </dsp:sp>
    <dsp:sp modelId="{15171F89-8433-4B49-A20E-A0845D35054D}">
      <dsp:nvSpPr>
        <dsp:cNvPr id="0" name=""/>
        <dsp:cNvSpPr/>
      </dsp:nvSpPr>
      <dsp:spPr>
        <a:xfrm>
          <a:off x="4402831" y="1224130"/>
          <a:ext cx="2577656" cy="13999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b="1" kern="1200" dirty="0" smtClean="0"/>
            <a:t>Entertainment:</a:t>
          </a:r>
          <a:r>
            <a:rPr lang="en-US" sz="1500" kern="1200" dirty="0" smtClean="0"/>
            <a:t> Spent mostly on Movies (₹1000).</a:t>
          </a:r>
          <a:endParaRPr lang="en-US" sz="1500" kern="1200" dirty="0"/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b="1" kern="1200" dirty="0" smtClean="0"/>
            <a:t>Tickets &amp; Bills:</a:t>
          </a:r>
          <a:r>
            <a:rPr lang="en-US" sz="1500" kern="1200" dirty="0" smtClean="0"/>
            <a:t> Big expenses were House help (₹1000) and Electricity (₹370).</a:t>
          </a:r>
          <a:endParaRPr lang="en-US" sz="1500" kern="1200" dirty="0"/>
        </a:p>
      </dsp:txBody>
      <dsp:txXfrm>
        <a:off x="4402831" y="1224130"/>
        <a:ext cx="2577656" cy="1399950"/>
      </dsp:txXfrm>
    </dsp:sp>
    <dsp:sp modelId="{49737124-88A1-48F9-8B16-79542DFCAB5C}">
      <dsp:nvSpPr>
        <dsp:cNvPr id="0" name=""/>
        <dsp:cNvSpPr/>
      </dsp:nvSpPr>
      <dsp:spPr>
        <a:xfrm>
          <a:off x="2157332" y="2755597"/>
          <a:ext cx="2577656" cy="432000"/>
        </a:xfrm>
        <a:prstGeom prst="rect">
          <a:avLst/>
        </a:prstGeom>
        <a:solidFill>
          <a:srgbClr val="FF99CC"/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3. Item Frequency</a:t>
          </a:r>
          <a:endParaRPr lang="en-US" sz="1500" kern="1200" dirty="0"/>
        </a:p>
      </dsp:txBody>
      <dsp:txXfrm>
        <a:off x="2157332" y="2755597"/>
        <a:ext cx="2577656" cy="432000"/>
      </dsp:txXfrm>
    </dsp:sp>
    <dsp:sp modelId="{893AF939-3FFD-4349-B438-72AACBDFC12C}">
      <dsp:nvSpPr>
        <dsp:cNvPr id="0" name=""/>
        <dsp:cNvSpPr/>
      </dsp:nvSpPr>
      <dsp:spPr>
        <a:xfrm>
          <a:off x="2157332" y="3568050"/>
          <a:ext cx="2577656" cy="13999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Grocery items were purchased most frequently (Vegetables, Fruits, Bread).</a:t>
          </a:r>
          <a:endParaRPr lang="en-US" sz="1500" kern="1200" dirty="0"/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1500" kern="1200" dirty="0"/>
        </a:p>
      </dsp:txBody>
      <dsp:txXfrm>
        <a:off x="2157332" y="3568050"/>
        <a:ext cx="2577656" cy="1399950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72B8C09-9933-476A-8595-438F2CA24EA2}">
      <dsp:nvSpPr>
        <dsp:cNvPr id="0" name=""/>
        <dsp:cNvSpPr/>
      </dsp:nvSpPr>
      <dsp:spPr>
        <a:xfrm>
          <a:off x="0" y="0"/>
          <a:ext cx="4525963" cy="4525963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rgbClr val="E6DCAC"/>
            </a:gs>
            <a:gs pos="12000">
              <a:srgbClr val="E6D78A"/>
            </a:gs>
            <a:gs pos="30000">
              <a:srgbClr val="C7AC4C"/>
            </a:gs>
            <a:gs pos="45000">
              <a:srgbClr val="E6D78A"/>
            </a:gs>
            <a:gs pos="77000">
              <a:srgbClr val="C7AC4C"/>
            </a:gs>
            <a:gs pos="100000">
              <a:srgbClr val="E6DCAC"/>
            </a:gs>
          </a:gsLst>
          <a:lin ang="835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0B2C4BF-3F75-4697-8214-860D88FF9A7F}">
      <dsp:nvSpPr>
        <dsp:cNvPr id="0" name=""/>
        <dsp:cNvSpPr/>
      </dsp:nvSpPr>
      <dsp:spPr>
        <a:xfrm>
          <a:off x="2262981" y="0"/>
          <a:ext cx="5966618" cy="4525963"/>
        </a:xfrm>
        <a:prstGeom prst="rect">
          <a:avLst/>
        </a:prstGeom>
        <a:gradFill rotWithShape="0">
          <a:gsLst>
            <a:gs pos="0">
              <a:srgbClr val="E6DCAC"/>
            </a:gs>
            <a:gs pos="12000">
              <a:srgbClr val="E6D78A"/>
            </a:gs>
            <a:gs pos="30000">
              <a:srgbClr val="C7AC4C"/>
            </a:gs>
            <a:gs pos="45000">
              <a:srgbClr val="E6D78A"/>
            </a:gs>
            <a:gs pos="77000">
              <a:srgbClr val="C7AC4C"/>
            </a:gs>
            <a:gs pos="100000">
              <a:srgbClr val="E6DCAC"/>
            </a:gs>
          </a:gsLst>
          <a:lin ang="835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ctr" defTabSz="1689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b="1" kern="1200" dirty="0" smtClean="0">
              <a:latin typeface="Agency FB" pitchFamily="34" charset="0"/>
            </a:rPr>
            <a:t>Grocery:</a:t>
          </a:r>
          <a:r>
            <a:rPr lang="en-US" sz="3800" kern="1200" dirty="0" smtClean="0">
              <a:latin typeface="Agency FB" pitchFamily="34" charset="0"/>
            </a:rPr>
            <a:t> ₹4,690 (Highest expense, approx. 35% of total).</a:t>
          </a:r>
          <a:endParaRPr lang="en-US" sz="3800" kern="1200" dirty="0">
            <a:latin typeface="Agency FB" pitchFamily="34" charset="0"/>
          </a:endParaRPr>
        </a:p>
      </dsp:txBody>
      <dsp:txXfrm>
        <a:off x="2262981" y="0"/>
        <a:ext cx="5966618" cy="1357791"/>
      </dsp:txXfrm>
    </dsp:sp>
    <dsp:sp modelId="{3FE73B13-55ED-4299-A48A-9FC31631FECF}">
      <dsp:nvSpPr>
        <dsp:cNvPr id="0" name=""/>
        <dsp:cNvSpPr/>
      </dsp:nvSpPr>
      <dsp:spPr>
        <a:xfrm>
          <a:off x="792044" y="1357791"/>
          <a:ext cx="2941873" cy="2941873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rgbClr val="E6DCAC"/>
            </a:gs>
            <a:gs pos="12000">
              <a:srgbClr val="E6D78A"/>
            </a:gs>
            <a:gs pos="30000">
              <a:srgbClr val="C7AC4C"/>
            </a:gs>
            <a:gs pos="45000">
              <a:srgbClr val="E6D78A"/>
            </a:gs>
            <a:gs pos="77000">
              <a:srgbClr val="C7AC4C"/>
            </a:gs>
            <a:gs pos="100000">
              <a:srgbClr val="E6DCAC"/>
            </a:gs>
          </a:gsLst>
          <a:lin ang="835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16ABE87-BB7D-4A5F-A172-357503BE8B49}">
      <dsp:nvSpPr>
        <dsp:cNvPr id="0" name=""/>
        <dsp:cNvSpPr/>
      </dsp:nvSpPr>
      <dsp:spPr>
        <a:xfrm>
          <a:off x="2262981" y="1357791"/>
          <a:ext cx="5966618" cy="2941873"/>
        </a:xfrm>
        <a:prstGeom prst="rect">
          <a:avLst/>
        </a:prstGeom>
        <a:gradFill rotWithShape="0">
          <a:gsLst>
            <a:gs pos="0">
              <a:srgbClr val="E6DCAC"/>
            </a:gs>
            <a:gs pos="12000">
              <a:srgbClr val="E6D78A"/>
            </a:gs>
            <a:gs pos="30000">
              <a:srgbClr val="C7AC4C"/>
            </a:gs>
            <a:gs pos="45000">
              <a:srgbClr val="E6D78A"/>
            </a:gs>
            <a:gs pos="77000">
              <a:srgbClr val="C7AC4C"/>
            </a:gs>
            <a:gs pos="100000">
              <a:srgbClr val="E6DCAC"/>
            </a:gs>
          </a:gsLst>
          <a:lin ang="835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ctr" defTabSz="1689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b="1" kern="1200" dirty="0" smtClean="0">
              <a:latin typeface="Agency FB" pitchFamily="34" charset="0"/>
            </a:rPr>
            <a:t>Shopping:</a:t>
          </a:r>
          <a:r>
            <a:rPr lang="en-US" sz="3800" kern="1200" dirty="0" smtClean="0">
              <a:latin typeface="Agency FB" pitchFamily="34" charset="0"/>
            </a:rPr>
            <a:t> ₹3,500 (Driven by clothing purchases).</a:t>
          </a:r>
          <a:endParaRPr lang="en-US" sz="3800" kern="1200" dirty="0">
            <a:latin typeface="Agency FB" pitchFamily="34" charset="0"/>
          </a:endParaRPr>
        </a:p>
      </dsp:txBody>
      <dsp:txXfrm>
        <a:off x="2262981" y="1357791"/>
        <a:ext cx="5966618" cy="1357787"/>
      </dsp:txXfrm>
    </dsp:sp>
    <dsp:sp modelId="{D907E1F1-B1EC-4D47-AAC0-0C032453A7F0}">
      <dsp:nvSpPr>
        <dsp:cNvPr id="0" name=""/>
        <dsp:cNvSpPr/>
      </dsp:nvSpPr>
      <dsp:spPr>
        <a:xfrm>
          <a:off x="1584087" y="2715579"/>
          <a:ext cx="1357787" cy="1357787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rgbClr val="E6DCAC"/>
            </a:gs>
            <a:gs pos="12000">
              <a:srgbClr val="E6D78A"/>
            </a:gs>
            <a:gs pos="30000">
              <a:srgbClr val="C7AC4C"/>
            </a:gs>
            <a:gs pos="45000">
              <a:srgbClr val="E6D78A"/>
            </a:gs>
            <a:gs pos="77000">
              <a:srgbClr val="C7AC4C"/>
            </a:gs>
            <a:gs pos="100000">
              <a:srgbClr val="E6DCAC"/>
            </a:gs>
          </a:gsLst>
          <a:lin ang="835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5B3CFD4-5473-46E1-87E4-B067E77F8FE7}">
      <dsp:nvSpPr>
        <dsp:cNvPr id="0" name=""/>
        <dsp:cNvSpPr/>
      </dsp:nvSpPr>
      <dsp:spPr>
        <a:xfrm>
          <a:off x="2262981" y="2715579"/>
          <a:ext cx="5966618" cy="1357787"/>
        </a:xfrm>
        <a:prstGeom prst="rect">
          <a:avLst/>
        </a:prstGeom>
        <a:gradFill rotWithShape="0">
          <a:gsLst>
            <a:gs pos="0">
              <a:srgbClr val="E6DCAC"/>
            </a:gs>
            <a:gs pos="12000">
              <a:srgbClr val="E6D78A"/>
            </a:gs>
            <a:gs pos="30000">
              <a:srgbClr val="C7AC4C"/>
            </a:gs>
            <a:gs pos="45000">
              <a:srgbClr val="E6D78A"/>
            </a:gs>
            <a:gs pos="77000">
              <a:srgbClr val="C7AC4C"/>
            </a:gs>
            <a:gs pos="100000">
              <a:srgbClr val="E6DCAC"/>
            </a:gs>
          </a:gsLst>
          <a:lin ang="835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ctr" defTabSz="1689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b="1" kern="1200" dirty="0" smtClean="0">
              <a:latin typeface="Agency FB" pitchFamily="34" charset="0"/>
            </a:rPr>
            <a:t>Ticket &amp; Bills:</a:t>
          </a:r>
          <a:r>
            <a:rPr lang="en-US" sz="3800" kern="1200" dirty="0" smtClean="0">
              <a:latin typeface="Agency FB" pitchFamily="34" charset="0"/>
            </a:rPr>
            <a:t> ₹2,570 (Recurring household bills).</a:t>
          </a:r>
          <a:endParaRPr lang="en-US" sz="3800" kern="1200" dirty="0">
            <a:latin typeface="Agency FB" pitchFamily="34" charset="0"/>
          </a:endParaRPr>
        </a:p>
      </dsp:txBody>
      <dsp:txXfrm>
        <a:off x="2262981" y="2715579"/>
        <a:ext cx="5966618" cy="1357787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FAA1ABB-0A37-431C-9676-48B4E79E3B45}">
      <dsp:nvSpPr>
        <dsp:cNvPr id="0" name=""/>
        <dsp:cNvSpPr/>
      </dsp:nvSpPr>
      <dsp:spPr>
        <a:xfrm rot="10800000">
          <a:off x="1609322" y="2573"/>
          <a:ext cx="5472684" cy="923459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7220" tIns="95250" rIns="177800" bIns="95250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b="1" kern="1200" dirty="0" smtClean="0"/>
            <a:t>T-shirt and Jeans:</a:t>
          </a:r>
          <a:r>
            <a:rPr lang="en-US" sz="2500" kern="1200" dirty="0" smtClean="0"/>
            <a:t> ₹2,500 (Single largest purchase).</a:t>
          </a:r>
          <a:endParaRPr lang="en-US" sz="2500" kern="1200" dirty="0"/>
        </a:p>
      </dsp:txBody>
      <dsp:txXfrm rot="10800000">
        <a:off x="1609322" y="2573"/>
        <a:ext cx="5472684" cy="923459"/>
      </dsp:txXfrm>
    </dsp:sp>
    <dsp:sp modelId="{FE4365DE-7ABC-465B-BD82-DBA7E20D5EF6}">
      <dsp:nvSpPr>
        <dsp:cNvPr id="0" name=""/>
        <dsp:cNvSpPr/>
      </dsp:nvSpPr>
      <dsp:spPr>
        <a:xfrm>
          <a:off x="1147593" y="2573"/>
          <a:ext cx="923459" cy="923459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AF0BEC-28EA-4DCC-B910-540D794AD8FE}">
      <dsp:nvSpPr>
        <dsp:cNvPr id="0" name=""/>
        <dsp:cNvSpPr/>
      </dsp:nvSpPr>
      <dsp:spPr>
        <a:xfrm rot="10800000">
          <a:off x="1609322" y="1201692"/>
          <a:ext cx="5472684" cy="923459"/>
        </a:xfrm>
        <a:prstGeom prst="homePlat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7220" tIns="95250" rIns="177800" bIns="95250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b="1" kern="1200" dirty="0" smtClean="0"/>
            <a:t>Vegetables:</a:t>
          </a:r>
          <a:r>
            <a:rPr lang="en-US" sz="2500" kern="1200" dirty="0" smtClean="0"/>
            <a:t> ₹1,690.</a:t>
          </a:r>
          <a:endParaRPr lang="en-US" sz="2500" kern="1200" dirty="0"/>
        </a:p>
      </dsp:txBody>
      <dsp:txXfrm rot="10800000">
        <a:off x="1609322" y="1201692"/>
        <a:ext cx="5472684" cy="923459"/>
      </dsp:txXfrm>
    </dsp:sp>
    <dsp:sp modelId="{E71C939C-D012-4EDB-8F6A-2C9636CB9415}">
      <dsp:nvSpPr>
        <dsp:cNvPr id="0" name=""/>
        <dsp:cNvSpPr/>
      </dsp:nvSpPr>
      <dsp:spPr>
        <a:xfrm>
          <a:off x="1147593" y="1201692"/>
          <a:ext cx="923459" cy="923459"/>
        </a:xfrm>
        <a:prstGeom prst="ellipse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D85EF4-2F04-4314-A442-EB594266028A}">
      <dsp:nvSpPr>
        <dsp:cNvPr id="0" name=""/>
        <dsp:cNvSpPr/>
      </dsp:nvSpPr>
      <dsp:spPr>
        <a:xfrm rot="10800000">
          <a:off x="1609322" y="2400811"/>
          <a:ext cx="5472684" cy="923459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7220" tIns="95250" rIns="177800" bIns="95250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b="1" kern="1200" dirty="0" smtClean="0"/>
            <a:t>House Help:</a:t>
          </a:r>
          <a:r>
            <a:rPr lang="en-US" sz="2500" kern="1200" dirty="0" smtClean="0"/>
            <a:t> ₹1,000.</a:t>
          </a:r>
          <a:endParaRPr lang="en-US" sz="2500" kern="1200" dirty="0"/>
        </a:p>
      </dsp:txBody>
      <dsp:txXfrm rot="10800000">
        <a:off x="1609322" y="2400811"/>
        <a:ext cx="5472684" cy="923459"/>
      </dsp:txXfrm>
    </dsp:sp>
    <dsp:sp modelId="{EB391DDF-7EF5-4BE2-98FB-F55A08063BAF}">
      <dsp:nvSpPr>
        <dsp:cNvPr id="0" name=""/>
        <dsp:cNvSpPr/>
      </dsp:nvSpPr>
      <dsp:spPr>
        <a:xfrm>
          <a:off x="1147593" y="2400811"/>
          <a:ext cx="923459" cy="923459"/>
        </a:xfrm>
        <a:prstGeom prst="ellipse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3113E8-88FF-4F74-9FFD-C8E128FB2479}">
      <dsp:nvSpPr>
        <dsp:cNvPr id="0" name=""/>
        <dsp:cNvSpPr/>
      </dsp:nvSpPr>
      <dsp:spPr>
        <a:xfrm rot="10800000">
          <a:off x="1609322" y="3599929"/>
          <a:ext cx="5472684" cy="923459"/>
        </a:xfrm>
        <a:prstGeom prst="homePlat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7220" tIns="95250" rIns="177800" bIns="95250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b="1" kern="1200" dirty="0" smtClean="0"/>
            <a:t>Food grains &amp; Cereals:</a:t>
          </a:r>
          <a:r>
            <a:rPr lang="en-US" sz="2500" kern="1200" dirty="0" smtClean="0"/>
            <a:t> ₹1,050.</a:t>
          </a:r>
          <a:endParaRPr lang="en-US" sz="2500" kern="1200" dirty="0"/>
        </a:p>
      </dsp:txBody>
      <dsp:txXfrm rot="10800000">
        <a:off x="1609322" y="3599929"/>
        <a:ext cx="5472684" cy="923459"/>
      </dsp:txXfrm>
    </dsp:sp>
    <dsp:sp modelId="{00FDB1BE-E0F7-4228-8CAC-AB094E02F3D7}">
      <dsp:nvSpPr>
        <dsp:cNvPr id="0" name=""/>
        <dsp:cNvSpPr/>
      </dsp:nvSpPr>
      <dsp:spPr>
        <a:xfrm>
          <a:off x="1147593" y="3599929"/>
          <a:ext cx="923459" cy="923459"/>
        </a:xfrm>
        <a:prstGeom prst="ellipse">
          <a:avLst/>
        </a:prstGeom>
        <a:blipFill rotWithShape="0">
          <a:blip xmlns:r="http://schemas.openxmlformats.org/officeDocument/2006/relationships" r:embed="rId4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B927CC3-96C1-4A3E-9208-A7FC5CEF806E}">
      <dsp:nvSpPr>
        <dsp:cNvPr id="0" name=""/>
        <dsp:cNvSpPr/>
      </dsp:nvSpPr>
      <dsp:spPr>
        <a:xfrm>
          <a:off x="0" y="175071"/>
          <a:ext cx="8229599" cy="203463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lvl="0" algn="l" defTabSz="1644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700" kern="1200" dirty="0" smtClean="0"/>
            <a:t>Spending was heavily influenced by </a:t>
          </a:r>
          <a:r>
            <a:rPr lang="en-US" sz="3700" b="1" kern="1200" dirty="0" smtClean="0"/>
            <a:t>Grocery</a:t>
          </a:r>
          <a:r>
            <a:rPr lang="en-US" sz="3700" kern="1200" dirty="0" smtClean="0"/>
            <a:t> needs and a significant </a:t>
          </a:r>
          <a:r>
            <a:rPr lang="en-US" sz="3700" b="1" kern="1200" dirty="0" smtClean="0"/>
            <a:t>Shopping</a:t>
          </a:r>
          <a:r>
            <a:rPr lang="en-US" sz="3700" kern="1200" dirty="0" smtClean="0"/>
            <a:t> trip for clothes.</a:t>
          </a:r>
          <a:endParaRPr lang="en-US" sz="3700" kern="1200" dirty="0"/>
        </a:p>
      </dsp:txBody>
      <dsp:txXfrm>
        <a:off x="0" y="175071"/>
        <a:ext cx="8229599" cy="2034630"/>
      </dsp:txXfrm>
    </dsp:sp>
    <dsp:sp modelId="{8C1EFAA2-9DB2-4EEB-83D9-67E8389782D8}">
      <dsp:nvSpPr>
        <dsp:cNvPr id="0" name=""/>
        <dsp:cNvSpPr/>
      </dsp:nvSpPr>
      <dsp:spPr>
        <a:xfrm>
          <a:off x="0" y="2316261"/>
          <a:ext cx="8229599" cy="2034630"/>
        </a:xfrm>
        <a:prstGeom prst="roundRect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lvl="0" algn="l" defTabSz="1644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700" b="1" kern="1200" dirty="0" smtClean="0"/>
            <a:t>Entertainment</a:t>
          </a:r>
          <a:r>
            <a:rPr lang="en-US" sz="3700" kern="1200" dirty="0" smtClean="0"/>
            <a:t> (₹1,000) and </a:t>
          </a:r>
          <a:r>
            <a:rPr lang="en-US" sz="3700" b="1" kern="1200" dirty="0" smtClean="0"/>
            <a:t>Food/Dining</a:t>
          </a:r>
          <a:r>
            <a:rPr lang="en-US" sz="3700" kern="1200" dirty="0" smtClean="0"/>
            <a:t> (₹850) were kept relatively low this month compared to essentials.</a:t>
          </a:r>
          <a:endParaRPr lang="en-US" sz="3700" kern="1200" dirty="0"/>
        </a:p>
      </dsp:txBody>
      <dsp:txXfrm>
        <a:off x="0" y="2316261"/>
        <a:ext cx="8229599" cy="2034630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C9C3F98-D5AF-4283-90C2-A8FB10C32CF6}">
      <dsp:nvSpPr>
        <dsp:cNvPr id="0" name=""/>
        <dsp:cNvSpPr/>
      </dsp:nvSpPr>
      <dsp:spPr>
        <a:xfrm>
          <a:off x="648066" y="266328"/>
          <a:ext cx="3168363" cy="2232247"/>
        </a:xfrm>
        <a:prstGeom prst="triangl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i="0" kern="1200" baseline="0" dirty="0" smtClean="0">
              <a:solidFill>
                <a:schemeClr val="tx1"/>
              </a:solidFill>
              <a:latin typeface="+mn-lt"/>
              <a:cs typeface="+mn-cs"/>
            </a:rPr>
            <a:t>Grocery is the dominant category, consuming 34.6% (₹4,690) of the total budget.</a:t>
          </a:r>
          <a:endParaRPr lang="en-US" sz="1400" b="1" i="0" kern="1200" baseline="0" dirty="0">
            <a:solidFill>
              <a:schemeClr val="tx1"/>
            </a:solidFill>
            <a:latin typeface="+mn-lt"/>
            <a:cs typeface="+mn-cs"/>
          </a:endParaRPr>
        </a:p>
      </dsp:txBody>
      <dsp:txXfrm>
        <a:off x="648066" y="266328"/>
        <a:ext cx="3168363" cy="2232247"/>
      </dsp:txXfrm>
    </dsp:sp>
    <dsp:sp modelId="{BF7D4014-2735-482D-8D6F-AD2BCF1D7CDE}">
      <dsp:nvSpPr>
        <dsp:cNvPr id="0" name=""/>
        <dsp:cNvSpPr/>
      </dsp:nvSpPr>
      <dsp:spPr>
        <a:xfrm>
          <a:off x="0" y="2548890"/>
          <a:ext cx="2232247" cy="2232247"/>
        </a:xfrm>
        <a:prstGeom prst="triangle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i="0" kern="1200" baseline="0" dirty="0" smtClean="0">
              <a:solidFill>
                <a:schemeClr val="tx1"/>
              </a:solidFill>
            </a:rPr>
            <a:t>Shopping is the second largest at 25.8% (₹3,500), primarily due to clothing purchases.</a:t>
          </a:r>
          <a:endParaRPr lang="en-US" sz="1200" b="1" i="0" kern="1200" baseline="0" dirty="0">
            <a:solidFill>
              <a:schemeClr val="tx1"/>
            </a:solidFill>
          </a:endParaRPr>
        </a:p>
      </dsp:txBody>
      <dsp:txXfrm>
        <a:off x="0" y="2548890"/>
        <a:ext cx="2232247" cy="2232247"/>
      </dsp:txXfrm>
    </dsp:sp>
    <dsp:sp modelId="{89F09D89-CD5D-483A-9401-8892AFE81916}">
      <dsp:nvSpPr>
        <dsp:cNvPr id="0" name=""/>
        <dsp:cNvSpPr/>
      </dsp:nvSpPr>
      <dsp:spPr>
        <a:xfrm rot="10800000">
          <a:off x="1368155" y="2548879"/>
          <a:ext cx="1872208" cy="1612776"/>
        </a:xfrm>
        <a:prstGeom prst="triangle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i="0" kern="1200" baseline="0" dirty="0" smtClean="0">
              <a:solidFill>
                <a:schemeClr val="tx1"/>
              </a:solidFill>
            </a:rPr>
            <a:t>Ticket and Bills accounts for 19.0% (₹2,570).</a:t>
          </a:r>
          <a:endParaRPr lang="en-US" sz="1100" b="1" i="0" kern="1200" baseline="0" dirty="0">
            <a:solidFill>
              <a:schemeClr val="tx1"/>
            </a:solidFill>
          </a:endParaRPr>
        </a:p>
      </dsp:txBody>
      <dsp:txXfrm rot="10800000">
        <a:off x="1368155" y="2548879"/>
        <a:ext cx="1872208" cy="1612776"/>
      </dsp:txXfrm>
    </dsp:sp>
    <dsp:sp modelId="{B15BA747-3717-49E5-98CC-DB7974739607}">
      <dsp:nvSpPr>
        <dsp:cNvPr id="0" name=""/>
        <dsp:cNvSpPr/>
      </dsp:nvSpPr>
      <dsp:spPr>
        <a:xfrm>
          <a:off x="2232247" y="2498576"/>
          <a:ext cx="2232247" cy="2232247"/>
        </a:xfrm>
        <a:prstGeom prst="triangl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66725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b="1" kern="1200" dirty="0" smtClean="0">
              <a:solidFill>
                <a:schemeClr val="tx1"/>
              </a:solidFill>
            </a:rPr>
            <a:t>The remaining ~20% is split between Entertainment, Food, Miscellaneous, and Medical expenses.</a:t>
          </a:r>
          <a:endParaRPr lang="en-US" sz="1050" b="1" kern="1200" dirty="0">
            <a:solidFill>
              <a:schemeClr val="tx1"/>
            </a:solidFill>
          </a:endParaRPr>
        </a:p>
      </dsp:txBody>
      <dsp:txXfrm>
        <a:off x="2232247" y="2498576"/>
        <a:ext cx="2232247" cy="2232247"/>
      </dsp:txXfrm>
    </dsp:sp>
  </dsp:spTree>
</dsp:drawing>
</file>

<file path=ppt/diagrams/drawing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BF34C272-CD37-45F8-BB19-DB1F8B717E49}">
      <dsp:nvSpPr>
        <dsp:cNvPr id="0" name=""/>
        <dsp:cNvSpPr/>
      </dsp:nvSpPr>
      <dsp:spPr>
        <a:xfrm>
          <a:off x="1292" y="0"/>
          <a:ext cx="1480654" cy="4691063"/>
        </a:xfrm>
        <a:prstGeom prst="roundRect">
          <a:avLst>
            <a:gd name="adj" fmla="val 10000"/>
          </a:avLst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1" kern="1200" baseline="0" dirty="0" smtClean="0">
              <a:solidFill>
                <a:schemeClr val="tx1"/>
              </a:solidFill>
            </a:rPr>
            <a:t>Insight:</a:t>
          </a:r>
          <a:r>
            <a:rPr lang="en-US" sz="2200" kern="1200" baseline="0" dirty="0" smtClean="0">
              <a:solidFill>
                <a:schemeClr val="tx1"/>
              </a:solidFill>
            </a:rPr>
            <a:t> Essentials dominate the budget. </a:t>
          </a:r>
          <a:endParaRPr lang="en-US" sz="2200" kern="1200" baseline="0" dirty="0">
            <a:solidFill>
              <a:schemeClr val="tx1"/>
            </a:solidFill>
          </a:endParaRPr>
        </a:p>
      </dsp:txBody>
      <dsp:txXfrm>
        <a:off x="1292" y="1876425"/>
        <a:ext cx="1480654" cy="1876425"/>
      </dsp:txXfrm>
    </dsp:sp>
    <dsp:sp modelId="{AEB6F631-39A5-4E64-B08C-2EBAC638DD10}">
      <dsp:nvSpPr>
        <dsp:cNvPr id="0" name=""/>
        <dsp:cNvSpPr/>
      </dsp:nvSpPr>
      <dsp:spPr>
        <a:xfrm>
          <a:off x="45712" y="281463"/>
          <a:ext cx="1391814" cy="1562123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348813-B22B-46FC-A38B-FA93C175BCF4}">
      <dsp:nvSpPr>
        <dsp:cNvPr id="0" name=""/>
        <dsp:cNvSpPr/>
      </dsp:nvSpPr>
      <dsp:spPr>
        <a:xfrm>
          <a:off x="1526366" y="0"/>
          <a:ext cx="1480654" cy="4691063"/>
        </a:xfrm>
        <a:prstGeom prst="roundRect">
          <a:avLst>
            <a:gd name="adj" fmla="val 10000"/>
          </a:avLst>
        </a:prstGeom>
        <a:solidFill>
          <a:schemeClr val="accent3">
            <a:shade val="80000"/>
            <a:hueOff val="218909"/>
            <a:satOff val="-1431"/>
            <a:lumOff val="2455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chemeClr val="tx1"/>
              </a:solidFill>
            </a:rPr>
            <a:t>Grocery (36.7%)</a:t>
          </a:r>
          <a:r>
            <a:rPr lang="en-US" sz="1600" kern="1200" dirty="0" smtClean="0">
              <a:solidFill>
                <a:schemeClr val="tx1"/>
              </a:solidFill>
            </a:rPr>
            <a:t> and </a:t>
          </a:r>
          <a:r>
            <a:rPr lang="en-US" sz="1600" b="1" kern="1200" dirty="0" smtClean="0">
              <a:solidFill>
                <a:schemeClr val="tx1"/>
              </a:solidFill>
            </a:rPr>
            <a:t>Ticket/Bills (19.0%)</a:t>
          </a:r>
          <a:r>
            <a:rPr lang="en-US" sz="1600" kern="1200" dirty="0" smtClean="0">
              <a:solidFill>
                <a:schemeClr val="tx1"/>
              </a:solidFill>
            </a:rPr>
            <a:t> combined account for over 55% of all expenses.</a:t>
          </a:r>
          <a:endParaRPr lang="en-US" sz="1600" kern="1200" dirty="0">
            <a:solidFill>
              <a:schemeClr val="tx1"/>
            </a:solidFill>
          </a:endParaRPr>
        </a:p>
      </dsp:txBody>
      <dsp:txXfrm>
        <a:off x="1526366" y="1876425"/>
        <a:ext cx="1480654" cy="1876425"/>
      </dsp:txXfrm>
    </dsp:sp>
    <dsp:sp modelId="{9F1BF7B6-1A4E-44A5-909B-C42B82982B9E}">
      <dsp:nvSpPr>
        <dsp:cNvPr id="0" name=""/>
        <dsp:cNvSpPr/>
      </dsp:nvSpPr>
      <dsp:spPr>
        <a:xfrm>
          <a:off x="1570785" y="281463"/>
          <a:ext cx="1391814" cy="1562123"/>
        </a:xfrm>
        <a:prstGeom prst="ellipse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2BC258-25BC-4C46-B45F-EC657A524A97}">
      <dsp:nvSpPr>
        <dsp:cNvPr id="0" name=""/>
        <dsp:cNvSpPr/>
      </dsp:nvSpPr>
      <dsp:spPr>
        <a:xfrm>
          <a:off x="120332" y="3752850"/>
          <a:ext cx="2767647" cy="703659"/>
        </a:xfrm>
        <a:prstGeom prst="left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742AE61-E634-42E8-A105-D3F4191B7EA5}">
      <dsp:nvSpPr>
        <dsp:cNvPr id="0" name=""/>
        <dsp:cNvSpPr/>
      </dsp:nvSpPr>
      <dsp:spPr>
        <a:xfrm>
          <a:off x="1727" y="0"/>
          <a:ext cx="2688282" cy="420506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dirty="0" smtClean="0"/>
            <a:t>Vegetables (₹9,390)</a:t>
          </a:r>
          <a:r>
            <a:rPr lang="en-US" sz="1900" kern="1200" dirty="0" smtClean="0"/>
            <a:t> and </a:t>
          </a:r>
          <a:r>
            <a:rPr lang="en-US" sz="1900" b="1" kern="1200" dirty="0" smtClean="0"/>
            <a:t>Food grains (₹7,660)</a:t>
          </a:r>
          <a:r>
            <a:rPr lang="en-US" sz="1900" kern="1200" dirty="0" smtClean="0"/>
            <a:t> are the highest cumulative costs, showing the high cost of daily sustenance.</a:t>
          </a:r>
          <a:endParaRPr lang="en-US" sz="1900" kern="1200" dirty="0"/>
        </a:p>
      </dsp:txBody>
      <dsp:txXfrm>
        <a:off x="1727" y="1682025"/>
        <a:ext cx="2688282" cy="1682025"/>
      </dsp:txXfrm>
    </dsp:sp>
    <dsp:sp modelId="{78102816-16A1-44DF-BFDE-9F9D95CF915F}">
      <dsp:nvSpPr>
        <dsp:cNvPr id="0" name=""/>
        <dsp:cNvSpPr/>
      </dsp:nvSpPr>
      <dsp:spPr>
        <a:xfrm>
          <a:off x="645725" y="252303"/>
          <a:ext cx="1400286" cy="1400286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D67FC6-DD38-4321-8083-62D59A43CD4E}">
      <dsp:nvSpPr>
        <dsp:cNvPr id="0" name=""/>
        <dsp:cNvSpPr/>
      </dsp:nvSpPr>
      <dsp:spPr>
        <a:xfrm>
          <a:off x="2770658" y="0"/>
          <a:ext cx="2688282" cy="4205063"/>
        </a:xfrm>
        <a:prstGeom prst="roundRect">
          <a:avLst>
            <a:gd name="adj" fmla="val 10000"/>
          </a:avLst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The </a:t>
          </a:r>
          <a:r>
            <a:rPr lang="en-US" sz="1900" b="1" kern="1200" dirty="0" smtClean="0"/>
            <a:t>North Bengal Trip (₹7,500)</a:t>
          </a:r>
          <a:r>
            <a:rPr lang="en-US" sz="1900" kern="1200" dirty="0" smtClean="0"/>
            <a:t> is the single largest one-time discretionary expense.</a:t>
          </a:r>
          <a:endParaRPr lang="en-US" sz="1900" kern="1200" dirty="0"/>
        </a:p>
      </dsp:txBody>
      <dsp:txXfrm>
        <a:off x="2770658" y="1682025"/>
        <a:ext cx="2688282" cy="1682025"/>
      </dsp:txXfrm>
    </dsp:sp>
    <dsp:sp modelId="{3E16FC2F-5C44-4DB8-AD38-6E8389A76A69}">
      <dsp:nvSpPr>
        <dsp:cNvPr id="0" name=""/>
        <dsp:cNvSpPr/>
      </dsp:nvSpPr>
      <dsp:spPr>
        <a:xfrm>
          <a:off x="3414656" y="252303"/>
          <a:ext cx="1400286" cy="1400286"/>
        </a:xfrm>
        <a:prstGeom prst="ellipse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CEFF4F-47F0-49EC-84B0-ABC0A2343A1E}">
      <dsp:nvSpPr>
        <dsp:cNvPr id="0" name=""/>
        <dsp:cNvSpPr/>
      </dsp:nvSpPr>
      <dsp:spPr>
        <a:xfrm>
          <a:off x="5539589" y="0"/>
          <a:ext cx="2688282" cy="4205063"/>
        </a:xfrm>
        <a:prstGeom prst="roundRect">
          <a:avLst>
            <a:gd name="adj" fmla="val 10000"/>
          </a:avLst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dirty="0" smtClean="0"/>
            <a:t>House Help (₹6,000)</a:t>
          </a:r>
          <a:r>
            <a:rPr lang="en-US" sz="1900" kern="1200" dirty="0" smtClean="0"/>
            <a:t> is a significant recurring service cost.</a:t>
          </a:r>
          <a:endParaRPr lang="en-US" sz="1900" kern="1200" dirty="0"/>
        </a:p>
      </dsp:txBody>
      <dsp:txXfrm>
        <a:off x="5539589" y="1682025"/>
        <a:ext cx="2688282" cy="1682025"/>
      </dsp:txXfrm>
    </dsp:sp>
    <dsp:sp modelId="{ADC016D9-6090-4CA8-A20E-96765D4294AC}">
      <dsp:nvSpPr>
        <dsp:cNvPr id="0" name=""/>
        <dsp:cNvSpPr/>
      </dsp:nvSpPr>
      <dsp:spPr>
        <a:xfrm>
          <a:off x="6183587" y="252303"/>
          <a:ext cx="1400286" cy="1400286"/>
        </a:xfrm>
        <a:prstGeom prst="ellipse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E343AB-09E1-416B-A6CB-0E0254233C0F}">
      <dsp:nvSpPr>
        <dsp:cNvPr id="0" name=""/>
        <dsp:cNvSpPr/>
      </dsp:nvSpPr>
      <dsp:spPr>
        <a:xfrm>
          <a:off x="329183" y="3364051"/>
          <a:ext cx="7571232" cy="630759"/>
        </a:xfrm>
        <a:prstGeom prst="left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F924CDA-0DCA-401D-9A1B-66535263C787}">
      <dsp:nvSpPr>
        <dsp:cNvPr id="0" name=""/>
        <dsp:cNvSpPr/>
      </dsp:nvSpPr>
      <dsp:spPr>
        <a:xfrm rot="5400000">
          <a:off x="-149834" y="152032"/>
          <a:ext cx="998894" cy="699225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dirty="0" smtClean="0"/>
            <a:t>1</a:t>
          </a:r>
          <a:endParaRPr lang="en-US" sz="1900" kern="1200" dirty="0"/>
        </a:p>
      </dsp:txBody>
      <dsp:txXfrm rot="5400000">
        <a:off x="-149834" y="152032"/>
        <a:ext cx="998894" cy="699225"/>
      </dsp:txXfrm>
    </dsp:sp>
    <dsp:sp modelId="{C53513B7-5CD9-4559-A96B-FF6E91A23879}">
      <dsp:nvSpPr>
        <dsp:cNvPr id="0" name=""/>
        <dsp:cNvSpPr/>
      </dsp:nvSpPr>
      <dsp:spPr>
        <a:xfrm rot="5400000">
          <a:off x="4139772" y="-3438347"/>
          <a:ext cx="649281" cy="753037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b="1" kern="1200" smtClean="0"/>
            <a:t>Total Spending:</a:t>
          </a:r>
          <a:r>
            <a:rPr lang="en-US" sz="2300" kern="1200" smtClean="0"/>
            <a:t> </a:t>
          </a:r>
          <a:r>
            <a:rPr lang="en-US" sz="2300" b="1" kern="1200" smtClean="0"/>
            <a:t>₹84,390</a:t>
          </a:r>
          <a:endParaRPr lang="en-US" sz="2300" kern="1200"/>
        </a:p>
      </dsp:txBody>
      <dsp:txXfrm rot="5400000">
        <a:off x="4139772" y="-3438347"/>
        <a:ext cx="649281" cy="7530374"/>
      </dsp:txXfrm>
    </dsp:sp>
    <dsp:sp modelId="{F9B00AC6-2F3F-4728-B954-85CD2F0C32C6}">
      <dsp:nvSpPr>
        <dsp:cNvPr id="0" name=""/>
        <dsp:cNvSpPr/>
      </dsp:nvSpPr>
      <dsp:spPr>
        <a:xfrm rot="5400000">
          <a:off x="-149834" y="1032700"/>
          <a:ext cx="998894" cy="699225"/>
        </a:xfrm>
        <a:prstGeom prst="chevron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accent5">
              <a:hueOff val="-2483469"/>
              <a:satOff val="9953"/>
              <a:lumOff val="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dirty="0" smtClean="0"/>
            <a:t>2</a:t>
          </a:r>
          <a:endParaRPr lang="en-US" sz="1900" kern="1200" dirty="0"/>
        </a:p>
      </dsp:txBody>
      <dsp:txXfrm rot="5400000">
        <a:off x="-149834" y="1032700"/>
        <a:ext cx="998894" cy="699225"/>
      </dsp:txXfrm>
    </dsp:sp>
    <dsp:sp modelId="{9F7AFEB1-B8E0-40E7-B0FA-B9054FBA6C6C}">
      <dsp:nvSpPr>
        <dsp:cNvPr id="0" name=""/>
        <dsp:cNvSpPr/>
      </dsp:nvSpPr>
      <dsp:spPr>
        <a:xfrm rot="5400000">
          <a:off x="4139772" y="-2557679"/>
          <a:ext cx="649281" cy="753037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2483469"/>
              <a:satOff val="9953"/>
              <a:lumOff val="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b="1" kern="1200" smtClean="0"/>
            <a:t>Average Monthly Spend:</a:t>
          </a:r>
          <a:r>
            <a:rPr lang="en-US" sz="2300" kern="1200" smtClean="0"/>
            <a:t> </a:t>
          </a:r>
          <a:r>
            <a:rPr lang="en-US" sz="2300" b="1" kern="1200" smtClean="0"/>
            <a:t>₹14,065</a:t>
          </a:r>
          <a:endParaRPr lang="en-US" sz="2300" kern="1200"/>
        </a:p>
      </dsp:txBody>
      <dsp:txXfrm rot="5400000">
        <a:off x="4139772" y="-2557679"/>
        <a:ext cx="649281" cy="7530374"/>
      </dsp:txXfrm>
    </dsp:sp>
    <dsp:sp modelId="{44D89FC0-F96F-43B1-88EA-F190FDC4FDD0}">
      <dsp:nvSpPr>
        <dsp:cNvPr id="0" name=""/>
        <dsp:cNvSpPr/>
      </dsp:nvSpPr>
      <dsp:spPr>
        <a:xfrm rot="5400000">
          <a:off x="-149834" y="1913368"/>
          <a:ext cx="998894" cy="699225"/>
        </a:xfrm>
        <a:prstGeom prst="chevron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dirty="0" smtClean="0"/>
            <a:t>3</a:t>
          </a:r>
          <a:endParaRPr lang="en-US" sz="1900" kern="1200" dirty="0"/>
        </a:p>
      </dsp:txBody>
      <dsp:txXfrm rot="5400000">
        <a:off x="-149834" y="1913368"/>
        <a:ext cx="998894" cy="699225"/>
      </dsp:txXfrm>
    </dsp:sp>
    <dsp:sp modelId="{F98F5FD2-9831-4FA2-8A22-189142C4A3FA}">
      <dsp:nvSpPr>
        <dsp:cNvPr id="0" name=""/>
        <dsp:cNvSpPr/>
      </dsp:nvSpPr>
      <dsp:spPr>
        <a:xfrm rot="5400000">
          <a:off x="4139772" y="-1647287"/>
          <a:ext cx="649281" cy="753037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b="1" kern="1200" smtClean="0"/>
            <a:t>Highest Spending Month:</a:t>
          </a:r>
          <a:r>
            <a:rPr lang="en-US" sz="2300" kern="1200" smtClean="0"/>
            <a:t> </a:t>
          </a:r>
          <a:r>
            <a:rPr lang="en-US" sz="2300" b="1" kern="1200" smtClean="0"/>
            <a:t>February</a:t>
          </a:r>
          <a:r>
            <a:rPr lang="en-US" sz="2300" kern="1200" smtClean="0"/>
            <a:t> (₹15,620)</a:t>
          </a:r>
          <a:endParaRPr lang="en-US" sz="2300" kern="1200"/>
        </a:p>
      </dsp:txBody>
      <dsp:txXfrm rot="5400000">
        <a:off x="4139772" y="-1647287"/>
        <a:ext cx="649281" cy="7530374"/>
      </dsp:txXfrm>
    </dsp:sp>
    <dsp:sp modelId="{2566E814-B15E-46A8-A803-AA29249DFFD2}">
      <dsp:nvSpPr>
        <dsp:cNvPr id="0" name=""/>
        <dsp:cNvSpPr/>
      </dsp:nvSpPr>
      <dsp:spPr>
        <a:xfrm rot="5400000">
          <a:off x="-149834" y="2794036"/>
          <a:ext cx="998894" cy="699225"/>
        </a:xfrm>
        <a:prstGeom prst="chevron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accent5">
              <a:hueOff val="-7450407"/>
              <a:satOff val="29858"/>
              <a:lumOff val="647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dirty="0" smtClean="0"/>
            <a:t>4</a:t>
          </a:r>
          <a:endParaRPr lang="en-US" sz="1900" kern="1200" dirty="0"/>
        </a:p>
      </dsp:txBody>
      <dsp:txXfrm rot="5400000">
        <a:off x="-149834" y="2794036"/>
        <a:ext cx="998894" cy="699225"/>
      </dsp:txXfrm>
    </dsp:sp>
    <dsp:sp modelId="{D6A96AD7-AFD8-41F2-8590-1E45F9BAE3E9}">
      <dsp:nvSpPr>
        <dsp:cNvPr id="0" name=""/>
        <dsp:cNvSpPr/>
      </dsp:nvSpPr>
      <dsp:spPr>
        <a:xfrm rot="5400000">
          <a:off x="4139772" y="-796344"/>
          <a:ext cx="649281" cy="753037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7450407"/>
              <a:satOff val="29858"/>
              <a:lumOff val="647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b="1" kern="1200" smtClean="0"/>
            <a:t>Top Spending Category:</a:t>
          </a:r>
          <a:r>
            <a:rPr lang="en-US" sz="2300" kern="1200" smtClean="0"/>
            <a:t> </a:t>
          </a:r>
          <a:r>
            <a:rPr lang="en-US" sz="2300" b="1" kern="1200" smtClean="0"/>
            <a:t>Grocery</a:t>
          </a:r>
          <a:r>
            <a:rPr lang="en-US" sz="2300" kern="1200" smtClean="0"/>
            <a:t> (₹30,990 - 36.7% of total)</a:t>
          </a:r>
          <a:endParaRPr lang="en-US" sz="2300" kern="1200"/>
        </a:p>
      </dsp:txBody>
      <dsp:txXfrm rot="5400000">
        <a:off x="4139772" y="-796344"/>
        <a:ext cx="649281" cy="7530374"/>
      </dsp:txXfrm>
    </dsp:sp>
    <dsp:sp modelId="{17777065-42DB-49F9-B57E-4F4BE2E01830}">
      <dsp:nvSpPr>
        <dsp:cNvPr id="0" name=""/>
        <dsp:cNvSpPr/>
      </dsp:nvSpPr>
      <dsp:spPr>
        <a:xfrm rot="5400000">
          <a:off x="-149834" y="3674704"/>
          <a:ext cx="998894" cy="699225"/>
        </a:xfrm>
        <a:prstGeom prst="chevron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900" kern="1200" dirty="0" smtClean="0"/>
            <a:t>5</a:t>
          </a:r>
          <a:endParaRPr lang="en-US" sz="1900" kern="1200" dirty="0"/>
        </a:p>
      </dsp:txBody>
      <dsp:txXfrm rot="5400000">
        <a:off x="-149834" y="3674704"/>
        <a:ext cx="998894" cy="699225"/>
      </dsp:txXfrm>
    </dsp:sp>
    <dsp:sp modelId="{0EB07AAC-1B23-4076-86A0-19F6101E3CC6}">
      <dsp:nvSpPr>
        <dsp:cNvPr id="0" name=""/>
        <dsp:cNvSpPr/>
      </dsp:nvSpPr>
      <dsp:spPr>
        <a:xfrm rot="5400000">
          <a:off x="4139772" y="84323"/>
          <a:ext cx="649281" cy="753037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b="1" kern="1200" smtClean="0"/>
            <a:t>Most Expensive Item (Cumulative):</a:t>
          </a:r>
          <a:r>
            <a:rPr lang="en-US" sz="2300" kern="1200" smtClean="0"/>
            <a:t> </a:t>
          </a:r>
          <a:r>
            <a:rPr lang="en-US" sz="2300" b="1" kern="1200" smtClean="0"/>
            <a:t>Vegetables</a:t>
          </a:r>
          <a:r>
            <a:rPr lang="en-US" sz="2300" kern="1200" smtClean="0"/>
            <a:t> (₹9,390)</a:t>
          </a:r>
          <a:endParaRPr lang="en-US" sz="2300" kern="1200"/>
        </a:p>
      </dsp:txBody>
      <dsp:txXfrm rot="5400000">
        <a:off x="4139772" y="84323"/>
        <a:ext cx="649281" cy="7530374"/>
      </dsp:txXfrm>
    </dsp:sp>
  </dsp:spTree>
</dsp:drawing>
</file>

<file path=ppt/diagrams/drawing9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99571B00-77B3-476C-903F-35D8CBF76C0A}">
      <dsp:nvSpPr>
        <dsp:cNvPr id="0" name=""/>
        <dsp:cNvSpPr/>
      </dsp:nvSpPr>
      <dsp:spPr>
        <a:xfrm>
          <a:off x="2700" y="459007"/>
          <a:ext cx="2632792" cy="90272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1. </a:t>
          </a:r>
          <a:r>
            <a:rPr lang="en-US" sz="1800" b="1" u="sng" kern="1200" dirty="0" smtClean="0"/>
            <a:t>Optimization Strategy (Reduce 'Needs' from 70% to 50%)</a:t>
          </a:r>
          <a:endParaRPr lang="en-US" sz="1800" u="sng" kern="1200" dirty="0"/>
        </a:p>
      </dsp:txBody>
      <dsp:txXfrm>
        <a:off x="2700" y="459007"/>
        <a:ext cx="2632792" cy="902727"/>
      </dsp:txXfrm>
    </dsp:sp>
    <dsp:sp modelId="{D6C7AC1E-1E80-4B50-96D8-A382BA242AD1}">
      <dsp:nvSpPr>
        <dsp:cNvPr id="0" name=""/>
        <dsp:cNvSpPr/>
      </dsp:nvSpPr>
      <dsp:spPr>
        <a:xfrm>
          <a:off x="2700" y="1361734"/>
          <a:ext cx="2632792" cy="2816369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b="1" kern="1200" dirty="0" smtClean="0"/>
            <a:t>Bulk Purchase:</a:t>
          </a:r>
          <a:r>
            <a:rPr lang="en-US" sz="1800" kern="1200" dirty="0" smtClean="0"/>
            <a:t> Buy non-perishables (Rice, Oil, Pulses) bi-monthly to reduce the ₹31k Grocery bill by ~10%.</a:t>
          </a:r>
          <a:endParaRPr lang="en-US" sz="1800" kern="1200" dirty="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b="1" kern="1200" dirty="0" smtClean="0"/>
            <a:t>Audit </a:t>
          </a:r>
          <a:r>
            <a:rPr lang="en-US" sz="1800" b="1" i="1" kern="1200" dirty="0" smtClean="0"/>
            <a:t>I</a:t>
          </a:r>
          <a:r>
            <a:rPr lang="en-US" sz="1800" b="1" kern="1200" dirty="0" smtClean="0"/>
            <a:t>ncidentals:</a:t>
          </a:r>
          <a:r>
            <a:rPr lang="en-US" sz="1800" kern="1200" dirty="0" smtClean="0"/>
            <a:t> Track the "Miscellaneous" category (₹8k) to plug unaccounted cash leaks.</a:t>
          </a:r>
          <a:endParaRPr lang="en-US" sz="1800" kern="1200" dirty="0"/>
        </a:p>
      </dsp:txBody>
      <dsp:txXfrm>
        <a:off x="2700" y="1361734"/>
        <a:ext cx="2632792" cy="2816369"/>
      </dsp:txXfrm>
    </dsp:sp>
    <dsp:sp modelId="{D04A17F6-456F-4881-A479-7E54C8B878F6}">
      <dsp:nvSpPr>
        <dsp:cNvPr id="0" name=""/>
        <dsp:cNvSpPr/>
      </dsp:nvSpPr>
      <dsp:spPr>
        <a:xfrm>
          <a:off x="3004083" y="459007"/>
          <a:ext cx="2632792" cy="902727"/>
        </a:xfrm>
        <a:prstGeom prst="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2. </a:t>
          </a:r>
          <a:r>
            <a:rPr lang="en-US" sz="1800" b="1" u="sng" kern="1200" dirty="0" smtClean="0"/>
            <a:t>Stability Strategy (Manage Volatility)</a:t>
          </a:r>
          <a:endParaRPr lang="en-US" sz="1800" u="sng" kern="1200" dirty="0"/>
        </a:p>
      </dsp:txBody>
      <dsp:txXfrm>
        <a:off x="3004083" y="459007"/>
        <a:ext cx="2632792" cy="902727"/>
      </dsp:txXfrm>
    </dsp:sp>
    <dsp:sp modelId="{6D58C1E1-FA76-46A3-B2F0-A836688CB3A2}">
      <dsp:nvSpPr>
        <dsp:cNvPr id="0" name=""/>
        <dsp:cNvSpPr/>
      </dsp:nvSpPr>
      <dsp:spPr>
        <a:xfrm>
          <a:off x="3004083" y="1361734"/>
          <a:ext cx="2632792" cy="2816369"/>
        </a:xfrm>
        <a:prstGeom prst="rect">
          <a:avLst/>
        </a:prstGeom>
        <a:solidFill>
          <a:schemeClr val="accent5">
            <a:tint val="40000"/>
            <a:alpha val="90000"/>
            <a:hueOff val="-5370241"/>
            <a:satOff val="24126"/>
            <a:lumOff val="1658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5370241"/>
              <a:satOff val="24126"/>
              <a:lumOff val="16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b="1" kern="1200" smtClean="0"/>
            <a:t>Travel Sinking Fund:</a:t>
          </a:r>
          <a:r>
            <a:rPr lang="en-US" sz="1800" kern="1200" smtClean="0"/>
            <a:t> Save ₹1,500/month specifically for trips to prevent spikes like February (₹7.5k).</a:t>
          </a:r>
          <a:endParaRPr lang="en-US" sz="1800" kern="120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b="1" kern="1200" dirty="0" smtClean="0"/>
            <a:t>Impulse Control:</a:t>
          </a:r>
          <a:r>
            <a:rPr lang="en-US" sz="1800" kern="1200" dirty="0" smtClean="0"/>
            <a:t> Implement a "7-Day Wait Rule" for Shopping items &gt;₹1,000 (e.g., Shoes/Clothes).</a:t>
          </a:r>
          <a:endParaRPr lang="en-US" sz="1800" kern="1200" dirty="0"/>
        </a:p>
      </dsp:txBody>
      <dsp:txXfrm>
        <a:off x="3004083" y="1361734"/>
        <a:ext cx="2632792" cy="2816369"/>
      </dsp:txXfrm>
    </dsp:sp>
    <dsp:sp modelId="{8DB6E760-DBA1-4160-A2E2-AB9355C002B5}">
      <dsp:nvSpPr>
        <dsp:cNvPr id="0" name=""/>
        <dsp:cNvSpPr/>
      </dsp:nvSpPr>
      <dsp:spPr>
        <a:xfrm>
          <a:off x="6005467" y="459007"/>
          <a:ext cx="2632792" cy="902727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3. </a:t>
          </a:r>
          <a:r>
            <a:rPr lang="en-US" sz="1800" b="1" u="sng" kern="1200" dirty="0" smtClean="0"/>
            <a:t>Savings Goal</a:t>
          </a:r>
          <a:endParaRPr lang="en-US" sz="1800" u="sng" kern="1200" dirty="0"/>
        </a:p>
      </dsp:txBody>
      <dsp:txXfrm>
        <a:off x="6005467" y="459007"/>
        <a:ext cx="2632792" cy="902727"/>
      </dsp:txXfrm>
    </dsp:sp>
    <dsp:sp modelId="{3B5251C9-9597-4F56-99E9-94F9781ACE46}">
      <dsp:nvSpPr>
        <dsp:cNvPr id="0" name=""/>
        <dsp:cNvSpPr/>
      </dsp:nvSpPr>
      <dsp:spPr>
        <a:xfrm>
          <a:off x="6005467" y="1361734"/>
          <a:ext cx="2632792" cy="2816369"/>
        </a:xfrm>
        <a:prstGeom prst="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b="1" kern="1200" smtClean="0"/>
            <a:t>Current State:</a:t>
          </a:r>
          <a:r>
            <a:rPr lang="en-US" sz="1800" kern="1200" smtClean="0"/>
            <a:t> 0% dedicated Savings (Income consumed by Needs/Wants).</a:t>
          </a:r>
          <a:endParaRPr lang="en-US" sz="1800" kern="120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b="1" kern="1200" dirty="0" smtClean="0"/>
            <a:t>Target:</a:t>
          </a:r>
          <a:r>
            <a:rPr lang="en-US" sz="1800" kern="1200" dirty="0" smtClean="0"/>
            <a:t> Shift 20% of budget from "Essentials" and "Dining Out" into a Savings Fund.</a:t>
          </a:r>
          <a:endParaRPr lang="en-US" sz="1800" kern="1200" dirty="0"/>
        </a:p>
      </dsp:txBody>
      <dsp:txXfrm>
        <a:off x="6005467" y="1361734"/>
        <a:ext cx="2632792" cy="28163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yramid4">
  <dgm:title val=""/>
  <dgm:desc val=""/>
  <dgm:catLst>
    <dgm:cat type="pyramid" pri="4000"/>
    <dgm:cat type="relationship" pri="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varLst>
      <dgm:chMax val="9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4">
        <dgm:choose name="Name2">
          <dgm:if name="Name3" axis="ch" ptType="node" func="cnt" op="equ" val="1">
            <dgm:constrLst>
              <dgm:constr type="primFontSz" for="ch" ptType="node" op="equ" val="65"/>
              <dgm:constr type="t" for="ch" forName="triangle1"/>
              <dgm:constr type="l" for="ch" forName="triangle1"/>
              <dgm:constr type="h" for="ch" forName="triangle1" refType="h"/>
              <dgm:constr type="w" for="ch" forName="triangle1" refType="h"/>
            </dgm:constrLst>
          </dgm:if>
          <dgm:else name="Name4">
            <dgm:constrLst>
              <dgm:constr type="primFontSz" for="ch" ptType="node" op="equ" val="65"/>
              <dgm:constr type="t" for="ch" forName="triangle1"/>
              <dgm:constr type="l" for="ch" forName="triangle1" refType="h" fact="0.25"/>
              <dgm:constr type="h" for="ch" forName="triangle1" refType="h" fact="0.5"/>
              <dgm:constr type="w" for="ch" forName="triangle1" refType="h" fact="0.5"/>
              <dgm:constr type="t" for="ch" forName="triangle2" refType="h" fact="0.5"/>
              <dgm:constr type="l" for="ch" forName="triangle2"/>
              <dgm:constr type="h" for="ch" forName="triangle2" refType="h" fact="0.5"/>
              <dgm:constr type="w" for="ch" forName="triangle2" refType="h" fact="0.5"/>
              <dgm:constr type="t" for="ch" forName="triangle3" refType="h" fact="0.5"/>
              <dgm:constr type="l" for="ch" forName="triangle3" refType="h" fact="0.25"/>
              <dgm:constr type="h" for="ch" forName="triangle3" refType="h" fact="0.5"/>
              <dgm:constr type="w" for="ch" forName="triangle3" refType="h" fact="0.5"/>
              <dgm:constr type="t" for="ch" forName="triangle4" refType="h" fact="0.5"/>
              <dgm:constr type="l" for="ch" forName="triangle4" refType="h" fact="0.5"/>
              <dgm:constr type="h" for="ch" forName="triangle4" refType="h" fact="0.5"/>
              <dgm:constr type="w" for="ch" forName="triangle4" refType="h" fact="0.5"/>
            </dgm:constrLst>
          </dgm:else>
        </dgm:choose>
      </dgm:if>
      <dgm:else name="Name5">
        <dgm:constrLst>
          <dgm:constr type="primFontSz" for="ch" ptType="node" op="equ" val="65"/>
          <dgm:constr type="t" for="ch" forName="triangle1"/>
          <dgm:constr type="l" for="ch" forName="triangle1" refType="h" fact="0.33"/>
          <dgm:constr type="h" for="ch" forName="triangle1" refType="h" fact="0.33"/>
          <dgm:constr type="w" for="ch" forName="triangle1" refType="h" fact="0.33"/>
          <dgm:constr type="t" for="ch" forName="triangle2" refType="h" fact="0.33"/>
          <dgm:constr type="l" for="ch" forName="triangle2" refType="h" fact="0.165"/>
          <dgm:constr type="h" for="ch" forName="triangle2" refType="h" fact="0.33"/>
          <dgm:constr type="w" for="ch" forName="triangle2" refType="h" fact="0.33"/>
          <dgm:constr type="t" for="ch" forName="triangle3" refType="h" fact="0.33"/>
          <dgm:constr type="l" for="ch" forName="triangle3" refType="h" fact="0.33"/>
          <dgm:constr type="h" for="ch" forName="triangle3" refType="h" fact="0.33"/>
          <dgm:constr type="w" for="ch" forName="triangle3" refType="h" fact="0.33"/>
          <dgm:constr type="t" for="ch" forName="triangle4" refType="h" fact="0.33"/>
          <dgm:constr type="l" for="ch" forName="triangle4" refType="h" fact="0.495"/>
          <dgm:constr type="h" for="ch" forName="triangle4" refType="h" fact="0.33"/>
          <dgm:constr type="w" for="ch" forName="triangle4" refType="h" fact="0.33"/>
          <dgm:constr type="t" for="ch" forName="triangle5" refType="h" fact="0.66"/>
          <dgm:constr type="l" for="ch" forName="triangle5"/>
          <dgm:constr type="h" for="ch" forName="triangle5" refType="h" fact="0.33"/>
          <dgm:constr type="w" for="ch" forName="triangle5" refType="h" fact="0.33"/>
          <dgm:constr type="t" for="ch" forName="triangle6" refType="h" fact="0.66"/>
          <dgm:constr type="l" for="ch" forName="triangle6" refType="h" fact="0.165"/>
          <dgm:constr type="h" for="ch" forName="triangle6" refType="h" fact="0.33"/>
          <dgm:constr type="w" for="ch" forName="triangle6" refType="h" fact="0.33"/>
          <dgm:constr type="t" for="ch" forName="triangle7" refType="h" fact="0.66"/>
          <dgm:constr type="l" for="ch" forName="triangle7" refType="h" fact="0.33"/>
          <dgm:constr type="h" for="ch" forName="triangle7" refType="h" fact="0.33"/>
          <dgm:constr type="w" for="ch" forName="triangle7" refType="h" fact="0.33"/>
          <dgm:constr type="t" for="ch" forName="triangle8" refType="h" fact="0.66"/>
          <dgm:constr type="l" for="ch" forName="triangle8" refType="h" fact="0.495"/>
          <dgm:constr type="h" for="ch" forName="triangle8" refType="h" fact="0.33"/>
          <dgm:constr type="w" for="ch" forName="triangle8" refType="h" fact="0.33"/>
          <dgm:constr type="t" for="ch" forName="triangle9" refType="h" fact="0.66"/>
          <dgm:constr type="l" for="ch" forName="triangle9" refType="h" fact="0.66"/>
          <dgm:constr type="h" for="ch" forName="triangle9" refType="h" fact="0.33"/>
          <dgm:constr type="w" for="ch" forName="triangle9" refType="h" fact="0.33"/>
        </dgm:constrLst>
      </dgm:else>
    </dgm:choose>
    <dgm:ruleLst/>
    <dgm:choose name="Name6">
      <dgm:if name="Name7" axis="ch" ptType="node" func="cnt" op="gte" val="1">
        <dgm:layoutNode name="triangle1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8"/>
    </dgm:choose>
    <dgm:choose name="Name9">
      <dgm:if name="Name10" axis="ch" ptType="node" func="cnt" op="gte" val="2">
        <dgm:layoutNode name="triangle2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1">
            <dgm:if name="Name12" func="var" arg="dir" op="equ" val="norm">
              <dgm:presOf axis="ch desOrSelf" ptType="node node" st="2 1" cnt="1 0"/>
            </dgm:if>
            <dgm:else name="Name13">
              <dgm:presOf axis="ch desOrSelf" ptType="node node" st="4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3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4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4">
            <dgm:if name="Name15" func="var" arg="dir" op="equ" val="norm">
              <dgm:presOf axis="ch desOrSelf" ptType="node node" st="4 1" cnt="1 0"/>
            </dgm:if>
            <dgm:else name="Name16">
              <dgm:presOf axis="ch desOrSelf" ptType="node node" st="2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17"/>
    </dgm:choose>
    <dgm:choose name="Name18">
      <dgm:if name="Name19" axis="ch" ptType="node" func="cnt" op="gte" val="5">
        <dgm:layoutNode name="triangle5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0">
            <dgm:if name="Name21" func="var" arg="dir" op="equ" val="norm">
              <dgm:presOf axis="ch desOrSelf" ptType="node node" st="5 1" cnt="1 0"/>
            </dgm:if>
            <dgm:else name="Name22">
              <dgm:presOf axis="ch desOrSelf" ptType="node node" st="9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6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3">
            <dgm:if name="Name24" func="var" arg="dir" op="equ" val="norm">
              <dgm:presOf axis="ch desOrSelf" ptType="node node" st="6 1" cnt="1 0"/>
            </dgm:if>
            <dgm:else name="Name25">
              <dgm:presOf axis="ch desOrSelf" ptType="node node" st="8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7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7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8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6">
            <dgm:if name="Name27" func="var" arg="dir" op="equ" val="norm">
              <dgm:presOf axis="ch desOrSelf" ptType="node node" st="8 1" cnt="1 0"/>
            </dgm:if>
            <dgm:else name="Name28">
              <dgm:presOf axis="ch desOrSelf" ptType="node node" st="6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9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9">
            <dgm:if name="Name30" func="var" arg="dir" op="equ" val="norm">
              <dgm:presOf axis="ch desOrSelf" ptType="node node" st="9 1" cnt="1 0"/>
            </dgm:if>
            <dgm:else name="Name31">
              <dgm:presOf axis="ch desOrSelf" ptType="node node" st="5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2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41EA45-20FA-4423-89F2-FECFD7B53C0B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C8D55F-20CC-4224-B6F6-92D39791167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2D22B9-CAA7-4521-8A0B-4ABCD5552EE0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D480AA-1A0A-43E7-8A23-77876F50A86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D480AA-1A0A-43E7-8A23-77876F50A861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D480AA-1A0A-43E7-8A23-77876F50A861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D480AA-1A0A-43E7-8A23-77876F50A861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D480AA-1A0A-43E7-8A23-77876F50A861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3E522-2E76-49E6-9392-F44455D7F98C}" type="datetime1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7225-96D9-4723-B83B-959D5D8519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381AD-638F-4678-9F93-3E4900286EA2}" type="datetime1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7225-96D9-4723-B83B-959D5D8519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54670-9A00-4A7E-9709-3A5128BC87D0}" type="datetime1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7225-96D9-4723-B83B-959D5D8519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2A0C0-1ADF-4BF7-9721-8A136D854CAF}" type="datetime1">
              <a:rPr lang="en-US" smtClean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7225-96D9-4723-B83B-959D5D8519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2F788-8DF2-48A7-85EC-F4CB17B80B6C}" type="datetime1">
              <a:rPr lang="en-US" smtClean="0"/>
              <a:pPr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7225-96D9-4723-B83B-959D5D8519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BF534-87A9-4AF3-BB03-B67091B4D51D}" type="datetime1">
              <a:rPr lang="en-US" smtClean="0"/>
              <a:pPr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7225-96D9-4723-B83B-959D5D8519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1B234-73BA-47E0-8223-F40830D7DAD7}" type="datetime1">
              <a:rPr lang="en-US" smtClean="0"/>
              <a:pPr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7225-96D9-4723-B83B-959D5D8519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00B4-3464-452A-9529-FA26DEE0ABED}" type="datetime1">
              <a:rPr lang="en-US" smtClean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7225-96D9-4723-B83B-959D5D8519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F246-F535-470B-8101-47FA4F3833D8}" type="datetime1">
              <a:rPr lang="en-US" smtClean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7225-96D9-4723-B83B-959D5D8519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1044C-11F4-44DE-81B5-BA1C5B199F36}" type="datetime1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7225-96D9-4723-B83B-959D5D8519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5232-A578-4AC8-BD56-5BD430954C21}" type="datetime1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7225-96D9-4723-B83B-959D5D8519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b="-10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0122A-8684-4144-BA4B-5A5BD4AB5EE2}" type="datetime1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E7225-96D9-4723-B83B-959D5D85192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chart" Target="../charts/chart3.xml"/><Relationship Id="rId7" Type="http://schemas.openxmlformats.org/officeDocument/2006/relationships/diagramColors" Target="../diagrams/colors6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7225-96D9-4723-B83B-959D5D85192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 rot="21327772">
            <a:off x="3661600" y="2895336"/>
            <a:ext cx="31169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 smtClean="0">
                <a:solidFill>
                  <a:schemeClr val="accent6">
                    <a:lumMod val="50000"/>
                  </a:schemeClr>
                </a:solidFill>
                <a:latin typeface="Forte" pitchFamily="66" charset="0"/>
              </a:rPr>
              <a:t>Nithin’s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Forte" pitchFamily="66" charset="0"/>
            </a:endParaRPr>
          </a:p>
        </p:txBody>
      </p:sp>
    </p:spTree>
  </p:cSld>
  <p:clrMapOvr>
    <a:masterClrMapping/>
  </p:clrMapOvr>
  <p:transition>
    <p:dissolve/>
    <p:sndAc>
      <p:stSnd>
        <p:snd r:embed="rId3" name="chimes.wav"/>
      </p:stSnd>
    </p:sndAc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7225-96D9-4723-B83B-959D5D851926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203848" y="188640"/>
            <a:ext cx="40324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 smtClean="0">
                <a:ln w="18415" cmpd="sng">
                  <a:solidFill>
                    <a:schemeClr val="bg1"/>
                  </a:solidFill>
                  <a:prstDash val="solid"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Monotype Corsiva" pitchFamily="66" charset="0"/>
              </a:rPr>
              <a:t>Our Team</a:t>
            </a:r>
            <a:endParaRPr lang="en-US" sz="5400" dirty="0">
              <a:ln w="18415" cmpd="sng">
                <a:solidFill>
                  <a:schemeClr val="bg1"/>
                </a:solidFill>
                <a:prstDash val="solid"/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Monotype Corsiva" pitchFamily="66" charset="0"/>
            </a:endParaRPr>
          </a:p>
        </p:txBody>
      </p:sp>
      <p:pic>
        <p:nvPicPr>
          <p:cNvPr id="5" name="Picture 4" descr="ppt 2.jpg"/>
          <p:cNvPicPr>
            <a:picLocks noChangeAspect="1"/>
          </p:cNvPicPr>
          <p:nvPr/>
        </p:nvPicPr>
        <p:blipFill>
          <a:blip r:embed="rId4" cstate="print"/>
          <a:srcRect r="71934" b="84180"/>
          <a:stretch>
            <a:fillRect/>
          </a:stretch>
        </p:blipFill>
        <p:spPr>
          <a:xfrm>
            <a:off x="1" y="1268760"/>
            <a:ext cx="4067943" cy="2664296"/>
          </a:xfrm>
          <a:prstGeom prst="rect">
            <a:avLst/>
          </a:prstGeom>
        </p:spPr>
      </p:pic>
      <p:pic>
        <p:nvPicPr>
          <p:cNvPr id="7" name="Picture 6" descr="ppt 2.jpg"/>
          <p:cNvPicPr>
            <a:picLocks noChangeAspect="1"/>
          </p:cNvPicPr>
          <p:nvPr/>
        </p:nvPicPr>
        <p:blipFill>
          <a:blip r:embed="rId4" cstate="print"/>
          <a:srcRect r="71934" b="84180"/>
          <a:stretch>
            <a:fillRect/>
          </a:stretch>
        </p:blipFill>
        <p:spPr>
          <a:xfrm rot="10800000">
            <a:off x="-2" y="3733295"/>
            <a:ext cx="2483770" cy="3124705"/>
          </a:xfrm>
          <a:prstGeom prst="rect">
            <a:avLst/>
          </a:prstGeom>
        </p:spPr>
      </p:pic>
      <p:pic>
        <p:nvPicPr>
          <p:cNvPr id="10" name="Picture 9" descr="WhatsApp Image 2026-01-13 at 3.20.31 PM.jpeg"/>
          <p:cNvPicPr>
            <a:picLocks noChangeAspect="1"/>
          </p:cNvPicPr>
          <p:nvPr/>
        </p:nvPicPr>
        <p:blipFill>
          <a:blip r:embed="rId5" cstate="print">
            <a:lum bright="6000"/>
          </a:blip>
          <a:srcRect l="31298" t="3801" r="36908" b="45800"/>
          <a:stretch>
            <a:fillRect/>
          </a:stretch>
        </p:blipFill>
        <p:spPr>
          <a:xfrm>
            <a:off x="467544" y="2996952"/>
            <a:ext cx="1122124" cy="1584176"/>
          </a:xfrm>
          <a:prstGeom prst="rect">
            <a:avLst/>
          </a:prstGeom>
        </p:spPr>
      </p:pic>
      <p:pic>
        <p:nvPicPr>
          <p:cNvPr id="11" name="Picture 10" descr="WhatsApp Image 2026-01-13 at 3.32.28 PM.jpeg"/>
          <p:cNvPicPr>
            <a:picLocks noChangeAspect="1"/>
          </p:cNvPicPr>
          <p:nvPr/>
        </p:nvPicPr>
        <p:blipFill>
          <a:blip r:embed="rId6" cstate="print">
            <a:lum bright="11000" contrast="27000"/>
          </a:blip>
          <a:srcRect l="28984" t="27950" r="24314" b="42650"/>
          <a:stretch>
            <a:fillRect/>
          </a:stretch>
        </p:blipFill>
        <p:spPr>
          <a:xfrm>
            <a:off x="467544" y="4869160"/>
            <a:ext cx="1224136" cy="1713790"/>
          </a:xfrm>
          <a:prstGeom prst="rect">
            <a:avLst/>
          </a:prstGeom>
        </p:spPr>
      </p:pic>
      <p:pic>
        <p:nvPicPr>
          <p:cNvPr id="12" name="Picture 11" descr="WhatsApp Image 2026-01-13 at 3.43.45 PM.jpeg"/>
          <p:cNvPicPr>
            <a:picLocks noChangeAspect="1"/>
          </p:cNvPicPr>
          <p:nvPr/>
        </p:nvPicPr>
        <p:blipFill>
          <a:blip r:embed="rId7" cstate="print">
            <a:lum bright="21000" contrast="17000"/>
          </a:blip>
          <a:srcRect l="24816" t="21650" r="27614" b="24800"/>
          <a:stretch>
            <a:fillRect/>
          </a:stretch>
        </p:blipFill>
        <p:spPr>
          <a:xfrm>
            <a:off x="395536" y="980728"/>
            <a:ext cx="1152128" cy="172819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835696" y="1268760"/>
            <a:ext cx="2160240" cy="144016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1835696" y="3068960"/>
            <a:ext cx="2160240" cy="144016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 smtClean="0">
                <a:solidFill>
                  <a:schemeClr val="accent4">
                    <a:lumMod val="50000"/>
                  </a:schemeClr>
                </a:solidFill>
                <a:latin typeface="Forte" pitchFamily="66" charset="0"/>
              </a:rPr>
              <a:t>Manjula Dharamsoth</a:t>
            </a:r>
          </a:p>
          <a:p>
            <a:r>
              <a:rPr lang="en-IN" dirty="0" smtClean="0">
                <a:solidFill>
                  <a:schemeClr val="accent4">
                    <a:lumMod val="50000"/>
                  </a:schemeClr>
                </a:solidFill>
                <a:latin typeface="Forte" pitchFamily="66" charset="0"/>
              </a:rPr>
              <a:t>AF05059785</a:t>
            </a:r>
          </a:p>
          <a:p>
            <a:r>
              <a:rPr lang="en-IN" dirty="0" smtClean="0">
                <a:solidFill>
                  <a:schemeClr val="accent4">
                    <a:lumMod val="50000"/>
                  </a:schemeClr>
                </a:solidFill>
                <a:latin typeface="Forte" pitchFamily="66" charset="0"/>
              </a:rPr>
              <a:t>ANP-D1536</a:t>
            </a:r>
            <a:endParaRPr lang="en-US" dirty="0">
              <a:solidFill>
                <a:schemeClr val="accent4">
                  <a:lumMod val="50000"/>
                </a:schemeClr>
              </a:solidFill>
              <a:latin typeface="Forte" pitchFamily="66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907704" y="5013176"/>
            <a:ext cx="2160240" cy="144016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 smtClean="0">
                <a:solidFill>
                  <a:schemeClr val="accent4">
                    <a:lumMod val="50000"/>
                  </a:schemeClr>
                </a:solidFill>
                <a:latin typeface="Forte" pitchFamily="66" charset="0"/>
              </a:rPr>
              <a:t>Madigiri Pushpa</a:t>
            </a:r>
          </a:p>
          <a:p>
            <a:r>
              <a:rPr lang="en-IN" dirty="0" smtClean="0">
                <a:solidFill>
                  <a:schemeClr val="accent4">
                    <a:lumMod val="50000"/>
                  </a:schemeClr>
                </a:solidFill>
                <a:latin typeface="Forte" pitchFamily="66" charset="0"/>
              </a:rPr>
              <a:t>AF05060171</a:t>
            </a:r>
          </a:p>
          <a:p>
            <a:r>
              <a:rPr lang="en-IN" dirty="0" smtClean="0">
                <a:solidFill>
                  <a:schemeClr val="accent4">
                    <a:lumMod val="50000"/>
                  </a:schemeClr>
                </a:solidFill>
                <a:latin typeface="Forte" pitchFamily="66" charset="0"/>
              </a:rPr>
              <a:t>ANP-D1536</a:t>
            </a:r>
            <a:endParaRPr lang="en-US" dirty="0">
              <a:solidFill>
                <a:schemeClr val="accent4">
                  <a:lumMod val="50000"/>
                </a:schemeClr>
              </a:solidFill>
              <a:latin typeface="Forte" pitchFamily="66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979712" y="1484784"/>
            <a:ext cx="18722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chemeClr val="accent4">
                    <a:lumMod val="50000"/>
                  </a:schemeClr>
                </a:solidFill>
                <a:latin typeface="Forte" pitchFamily="66" charset="0"/>
              </a:rPr>
              <a:t>Laya Shree G</a:t>
            </a:r>
          </a:p>
          <a:p>
            <a:r>
              <a:rPr lang="en-IN" dirty="0" smtClean="0">
                <a:solidFill>
                  <a:schemeClr val="accent4">
                    <a:lumMod val="50000"/>
                  </a:schemeClr>
                </a:solidFill>
                <a:latin typeface="Forte" pitchFamily="66" charset="0"/>
              </a:rPr>
              <a:t>AF05054173</a:t>
            </a:r>
          </a:p>
          <a:p>
            <a:r>
              <a:rPr lang="en-IN" dirty="0" smtClean="0">
                <a:solidFill>
                  <a:schemeClr val="accent4">
                    <a:lumMod val="50000"/>
                  </a:schemeClr>
                </a:solidFill>
                <a:latin typeface="Forte" pitchFamily="66" charset="0"/>
              </a:rPr>
              <a:t>ANP-D1536</a:t>
            </a:r>
            <a:endParaRPr lang="en-US" dirty="0">
              <a:solidFill>
                <a:schemeClr val="accent4">
                  <a:lumMod val="50000"/>
                </a:schemeClr>
              </a:solidFill>
              <a:latin typeface="Forte" pitchFamily="66" charset="0"/>
            </a:endParaRPr>
          </a:p>
        </p:txBody>
      </p:sp>
    </p:spTree>
  </p:cSld>
  <p:clrMapOvr>
    <a:masterClrMapping/>
  </p:clrMapOvr>
  <p:transition>
    <p:fade/>
    <p:sndAc>
      <p:stSnd>
        <p:snd r:embed="rId3" name="applaus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5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latin typeface="Book Antiqua" pitchFamily="18" charset="0"/>
              </a:rPr>
              <a:t>Project Overview</a:t>
            </a:r>
            <a:endParaRPr lang="en-US" dirty="0">
              <a:solidFill>
                <a:schemeClr val="accent2">
                  <a:lumMod val="75000"/>
                </a:schemeClr>
              </a:solidFill>
              <a:latin typeface="Book Antiqua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Subject: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 Nithin's Personal Expenses.</a:t>
            </a:r>
          </a:p>
          <a:p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Duration: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 January to June (6 Months).</a:t>
            </a:r>
          </a:p>
          <a:p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Total Spend (6 Months):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 ₹84,390.</a:t>
            </a:r>
          </a:p>
          <a:p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Key Categories: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 Grocery, Shopping, Ticket &amp; Bills, Entertainment, Food, Doctor, Miscellaneous.</a:t>
            </a:r>
          </a:p>
          <a:p>
            <a:r>
              <a:rPr lang="en-IN" dirty="0" smtClean="0">
                <a:solidFill>
                  <a:schemeClr val="accent2">
                    <a:lumMod val="75000"/>
                  </a:schemeClr>
                </a:solidFill>
              </a:rPr>
              <a:t>Expenses Analysis is parted into 2... </a:t>
            </a:r>
            <a:r>
              <a:rPr lang="en-IN" b="1" dirty="0" smtClean="0">
                <a:solidFill>
                  <a:schemeClr val="accent2">
                    <a:lumMod val="75000"/>
                  </a:schemeClr>
                </a:solidFill>
              </a:rPr>
              <a:t>Part 1</a:t>
            </a:r>
            <a:r>
              <a:rPr lang="en-IN" dirty="0" smtClean="0">
                <a:solidFill>
                  <a:schemeClr val="accent2">
                    <a:lumMod val="75000"/>
                  </a:schemeClr>
                </a:solidFill>
              </a:rPr>
              <a:t> explains about Only June month Expenses and on other hand </a:t>
            </a:r>
            <a:r>
              <a:rPr lang="en-IN" b="1" dirty="0" smtClean="0">
                <a:solidFill>
                  <a:schemeClr val="accent2">
                    <a:lumMod val="75000"/>
                  </a:schemeClr>
                </a:solidFill>
              </a:rPr>
              <a:t>Part 2</a:t>
            </a:r>
            <a:r>
              <a:rPr lang="en-IN" dirty="0" smtClean="0">
                <a:solidFill>
                  <a:schemeClr val="accent2">
                    <a:lumMod val="75000"/>
                  </a:schemeClr>
                </a:solidFill>
              </a:rPr>
              <a:t> explains about Jan-Jun expenses.</a:t>
            </a:r>
            <a:endParaRPr lang="en-US" dirty="0" smtClean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None/>
            </a:pP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7225-96D9-4723-B83B-959D5D851926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7225-96D9-4723-B83B-959D5D85192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 rot="21327772">
            <a:off x="3661600" y="2895336"/>
            <a:ext cx="31169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 smtClean="0">
                <a:solidFill>
                  <a:schemeClr val="accent6">
                    <a:lumMod val="50000"/>
                  </a:schemeClr>
                </a:solidFill>
                <a:latin typeface="Forte" pitchFamily="66" charset="0"/>
              </a:rPr>
              <a:t>Nithin’s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Forte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 rot="21327772">
            <a:off x="3447857" y="5351181"/>
            <a:ext cx="31169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 smtClean="0">
                <a:solidFill>
                  <a:schemeClr val="accent6">
                    <a:lumMod val="50000"/>
                  </a:schemeClr>
                </a:solidFill>
                <a:latin typeface="Forte" pitchFamily="66" charset="0"/>
              </a:rPr>
              <a:t>Part 1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Forte" pitchFamily="66" charset="0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Autofit/>
          </a:bodyPr>
          <a:lstStyle/>
          <a:p>
            <a:r>
              <a:rPr lang="en-US" sz="3600" b="1" dirty="0" smtClean="0"/>
              <a:t>Part 1: Analysis of June Data (1 Month)</a:t>
            </a:r>
            <a:endParaRPr lang="en-US" sz="36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908720"/>
          <a:ext cx="8460000" cy="496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7225-96D9-4723-B83B-959D5D851926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8E468BA-E626-41B0-B2F9-C84643A895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graphicEl>
                                              <a:dgm id="{08E468BA-E626-41B0-B2F9-C84643A895F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814939D-D826-4798-87CF-CEB44CEEC5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graphicEl>
                                              <a:dgm id="{8814939D-D826-4798-87CF-CEB44CEEC5D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B160D50-42DA-4EB4-9BB1-3FDFF9268E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graphicEl>
                                              <a:dgm id="{9B160D50-42DA-4EB4-9BB1-3FDFF9268E6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5171F89-8433-4B49-A20E-A0845D3505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graphicEl>
                                              <a:dgm id="{15171F89-8433-4B49-A20E-A0845D35054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9737124-88A1-48F9-8B16-79542DFCAB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graphicEl>
                                              <a:dgm id="{49737124-88A1-48F9-8B16-79542DFCAB5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93AF939-3FFD-4349-B438-72AACBDFC1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>
                                            <p:graphicEl>
                                              <a:dgm id="{893AF939-3FFD-4349-B438-72AACBDFC12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l="-11000" r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>Executive Summary:</a:t>
            </a:r>
            <a:br>
              <a:rPr lang="en-US" dirty="0" smtClean="0"/>
            </a:br>
            <a:r>
              <a:rPr lang="en-US" dirty="0" smtClean="0"/>
              <a:t> June Financial Overview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7225-96D9-4723-B83B-959D5D851926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Chart bld="category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l="-11000" r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2"/>
          </a:lnRef>
          <a:fillRef idx="1001">
            <a:schemeClr val="l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>
                <a:latin typeface="Forte" pitchFamily="66" charset="0"/>
              </a:rPr>
              <a:t>Top Spending Categories</a:t>
            </a:r>
            <a:endParaRPr lang="en-US" dirty="0">
              <a:latin typeface="Forte" pitchFamily="66" charset="0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7225-96D9-4723-B83B-959D5D851926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72B8C09-9933-476A-8595-438F2CA24E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>
                                            <p:graphicEl>
                                              <a:dgm id="{A72B8C09-9933-476A-8595-438F2CA24E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0B2C4BF-3F75-4697-8214-860D88FF9A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">
                                            <p:graphicEl>
                                              <a:dgm id="{60B2C4BF-3F75-4697-8214-860D88FF9A7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FE73B13-55ED-4299-A48A-9FC31631FE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">
                                            <p:graphicEl>
                                              <a:dgm id="{3FE73B13-55ED-4299-A48A-9FC31631FEC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16ABE87-BB7D-4A5F-A172-357503BE8B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6">
                                            <p:graphicEl>
                                              <a:dgm id="{116ABE87-BB7D-4A5F-A172-357503BE8B4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907E1F1-B1EC-4D47-AAC0-0C032453A7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6">
                                            <p:graphicEl>
                                              <a:dgm id="{D907E1F1-B1EC-4D47-AAC0-0C032453A7F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5B3CFD4-5473-46E1-87E4-B067E77F8F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6">
                                            <p:graphicEl>
                                              <a:dgm id="{C5B3CFD4-5473-46E1-87E4-B067E77F8FE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b="1" dirty="0" smtClean="0"/>
              <a:t>High-Cost Line Items: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7225-96D9-4723-B83B-959D5D851926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E4365DE-7ABC-465B-BD82-DBA7E20D5E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graphicEl>
                                              <a:dgm id="{FE4365DE-7ABC-465B-BD82-DBA7E20D5E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graphicEl>
                                              <a:dgm id="{FE4365DE-7ABC-465B-BD82-DBA7E20D5E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FAA1ABB-0A37-431C-9676-48B4E79E3B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graphicEl>
                                              <a:dgm id="{8FAA1ABB-0A37-431C-9676-48B4E79E3B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graphicEl>
                                              <a:dgm id="{8FAA1ABB-0A37-431C-9676-48B4E79E3B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71C939C-D012-4EDB-8F6A-2C9636CB94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graphicEl>
                                              <a:dgm id="{E71C939C-D012-4EDB-8F6A-2C9636CB94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graphicEl>
                                              <a:dgm id="{E71C939C-D012-4EDB-8F6A-2C9636CB94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3AF0BEC-28EA-4DCC-B910-540D794AD8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graphicEl>
                                              <a:dgm id="{23AF0BEC-28EA-4DCC-B910-540D794AD8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graphicEl>
                                              <a:dgm id="{23AF0BEC-28EA-4DCC-B910-540D794AD8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B391DDF-7EF5-4BE2-98FB-F55A08063B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graphicEl>
                                              <a:dgm id="{EB391DDF-7EF5-4BE2-98FB-F55A08063B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graphicEl>
                                              <a:dgm id="{EB391DDF-7EF5-4BE2-98FB-F55A08063B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3D85EF4-2F04-4314-A442-EB59426602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graphicEl>
                                              <a:dgm id="{63D85EF4-2F04-4314-A442-EB59426602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graphicEl>
                                              <a:dgm id="{63D85EF4-2F04-4314-A442-EB59426602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0FDB1BE-E0F7-4228-8CAC-AB094E02F3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graphicEl>
                                              <a:dgm id="{00FDB1BE-E0F7-4228-8CAC-AB094E02F3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graphicEl>
                                              <a:dgm id="{00FDB1BE-E0F7-4228-8CAC-AB094E02F3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53113E8-88FF-4F74-9FFD-C8E128FB24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>
                                            <p:graphicEl>
                                              <a:dgm id="{A53113E8-88FF-4F74-9FFD-C8E128FB24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>
                                            <p:graphicEl>
                                              <a:dgm id="{A53113E8-88FF-4F74-9FFD-C8E128FB24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Key Observations: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7225-96D9-4723-B83B-959D5D851926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B927CC3-96C1-4A3E-9208-A7FC5CEF80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>
                                            <p:graphicEl>
                                              <a:dgm id="{8B927CC3-96C1-4A3E-9208-A7FC5CEF806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C1EFAA2-9DB2-4EEB-83D9-67E8389782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>
                                            <p:graphicEl>
                                              <a:dgm id="{8C1EFAA2-9DB2-4EEB-83D9-67E8389782D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lvl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3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Expense Distribution</a:t>
            </a:r>
            <a:endParaRPr lang="en-US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half" idx="1"/>
          </p:nvPr>
        </p:nvGraphicFramePr>
        <p:xfrm>
          <a:off x="251520" y="1600200"/>
          <a:ext cx="4464496" cy="4997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Content Placeholder 6"/>
          <p:cNvGraphicFramePr>
            <a:graphicFrameLocks noGrp="1"/>
          </p:cNvGraphicFramePr>
          <p:nvPr>
            <p:ph sz="half" idx="2"/>
          </p:nvPr>
        </p:nvGraphicFramePr>
        <p:xfrm>
          <a:off x="4648200" y="1600200"/>
          <a:ext cx="4038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7225-96D9-4723-B83B-959D5D851926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0C9C3F98-D5AF-4283-90C2-A8FB10C32C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graphicEl>
                                              <a:dgm id="{0C9C3F98-D5AF-4283-90C2-A8FB10C32CF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BF7D4014-2735-482D-8D6F-AD2BCF1D7C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graphicEl>
                                              <a:dgm id="{BF7D4014-2735-482D-8D6F-AD2BCF1D7CD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89F09D89-CD5D-483A-9401-8892AFE819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>
                                            <p:graphicEl>
                                              <a:dgm id="{89F09D89-CD5D-483A-9401-8892AFE8191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B15BA747-3717-49E5-98CC-DB79747396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">
                                            <p:graphicEl>
                                              <a:dgm id="{B15BA747-3717-49E5-98CC-DB797473960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Sub>
          <a:bldDgm bld="one"/>
        </p:bldSub>
      </p:bldGraphic>
      <p:bldGraphic spid="7" grpId="0">
        <p:bldSub>
          <a:bldChart bld="category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7225-96D9-4723-B83B-959D5D851926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 rot="21327772">
            <a:off x="3661600" y="2895336"/>
            <a:ext cx="31169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 smtClean="0">
                <a:solidFill>
                  <a:schemeClr val="accent6">
                    <a:lumMod val="50000"/>
                  </a:schemeClr>
                </a:solidFill>
                <a:latin typeface="Forte" pitchFamily="66" charset="0"/>
              </a:rPr>
              <a:t>Nithin’s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Forte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 rot="21327772">
            <a:off x="3447857" y="5351181"/>
            <a:ext cx="31169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 smtClean="0">
                <a:solidFill>
                  <a:schemeClr val="accent6">
                    <a:lumMod val="50000"/>
                  </a:schemeClr>
                </a:solidFill>
                <a:latin typeface="Forte" pitchFamily="66" charset="0"/>
              </a:rPr>
              <a:t>Part 2</a:t>
            </a:r>
          </a:p>
        </p:txBody>
      </p:sp>
    </p:spTree>
  </p:cSld>
  <p:clrMapOvr>
    <a:masterClrMapping/>
  </p:clrMapOvr>
  <p:transition>
    <p:dissolve/>
    <p:sndAc>
      <p:stSnd>
        <p:snd r:embed="rId3" name="chimes.wav"/>
      </p:stSnd>
    </p:sndAc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3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147248" cy="116205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r>
              <a:rPr lang="en-US" sz="3600" dirty="0" smtClean="0"/>
              <a:t>Where Did the Money Go? </a:t>
            </a:r>
            <a:br>
              <a:rPr lang="en-US" sz="3600" dirty="0" smtClean="0"/>
            </a:br>
            <a:r>
              <a:rPr lang="en-US" sz="3600" dirty="0" smtClean="0"/>
              <a:t>(Category Distribution)</a:t>
            </a:r>
            <a:endParaRPr lang="en-US" sz="3600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3575050" y="1484312"/>
          <a:ext cx="5245422" cy="51850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Diagram 8"/>
          <p:cNvGraphicFramePr/>
          <p:nvPr/>
        </p:nvGraphicFramePr>
        <p:xfrm>
          <a:off x="457200" y="1435100"/>
          <a:ext cx="3008313" cy="46910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7225-96D9-4723-B83B-959D5D851926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BF2BC258-25BC-4C46-B45F-EC657A524A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9">
                                            <p:graphicEl>
                                              <a:dgm id="{BF2BC258-25BC-4C46-B45F-EC657A524A9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AEB6F631-39A5-4E64-B08C-2EBAC638DD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9">
                                            <p:graphicEl>
                                              <a:dgm id="{AEB6F631-39A5-4E64-B08C-2EBAC638DD1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BF34C272-CD37-45F8-BB19-DB1F8B717E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9">
                                            <p:graphicEl>
                                              <a:dgm id="{BF34C272-CD37-45F8-BB19-DB1F8B717E4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9F1BF7B6-1A4E-44A5-909B-C42B82982B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9">
                                            <p:graphicEl>
                                              <a:dgm id="{9F1BF7B6-1A4E-44A5-909B-C42B82982B9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8B348813-B22B-46FC-A38B-FA93C175BC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9">
                                            <p:graphicEl>
                                              <a:dgm id="{8B348813-B22B-46FC-A38B-FA93C175BCF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Sub>
          <a:bldChart bld="category"/>
        </p:bldSub>
      </p:bldGraphic>
      <p:bldGraphic spid="9" grpId="0">
        <p:bldSub>
          <a:bldDgm bld="one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 l="-11000" r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Monthly Spending Trend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179512" y="1600200"/>
            <a:ext cx="3384376" cy="4349079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62500" lnSpcReduction="20000"/>
          </a:bodyPr>
          <a:lstStyle/>
          <a:p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Insight:</a:t>
            </a:r>
            <a:r>
              <a:rPr 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Expenses are relatively stable around the ₹13k-14k mark. The spike in </a:t>
            </a: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February (₹15.6k)</a:t>
            </a:r>
            <a:r>
              <a:rPr 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was driven by travel, while </a:t>
            </a: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March (₹13.1k)</a:t>
            </a:r>
            <a:r>
              <a:rPr 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was the most disciplined month.</a:t>
            </a:r>
          </a:p>
          <a:p>
            <a:pPr>
              <a:buNone/>
            </a:pPr>
            <a:endParaRPr lang="en-US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Category Breakdown by Month:</a:t>
            </a:r>
          </a:p>
          <a:p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Grocery:</a:t>
            </a:r>
            <a:r>
              <a:rPr 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consistently the largest bar every month.</a:t>
            </a:r>
          </a:p>
          <a:p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Entertainment:</a:t>
            </a:r>
            <a:r>
              <a:rPr 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Visible spikes in Feb (Trip) and May.</a:t>
            </a:r>
          </a:p>
          <a:p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Shopping:</a:t>
            </a:r>
            <a:r>
              <a:rPr 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Occurs periodically (Jan, Mar, June) rather than monthly.</a:t>
            </a:r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sz="half" idx="2"/>
          </p:nvPr>
        </p:nvGraphicFramePr>
        <p:xfrm>
          <a:off x="3707904" y="1600200"/>
          <a:ext cx="4978896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7225-96D9-4723-B83B-959D5D851926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ransition>
    <p:fade/>
    <p:sndAc>
      <p:stSnd>
        <p:snd r:embed="rId2" name="coin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0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0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0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0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0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Sub>
          <a:bldChart bld="category"/>
        </p:bldSub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21000"/>
            <a:lum/>
          </a:blip>
          <a:srcRect/>
          <a:stretch>
            <a:fillRect b="-10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Top 10 Expense Items</a:t>
            </a:r>
            <a:br>
              <a:rPr lang="en-US" b="1" dirty="0" smtClean="0"/>
            </a:b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1"/>
          <a:ext cx="8229600" cy="42050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7225-96D9-4723-B83B-959D5D851926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7E343AB-09E1-416B-A6CB-0E0254233C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dgm id="{B7E343AB-09E1-416B-A6CB-0E0254233C0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8102816-16A1-44DF-BFDE-9F9D95CF91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graphicEl>
                                              <a:dgm id="{78102816-16A1-44DF-BFDE-9F9D95CF915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742AE61-E634-42E8-A105-D3F4191B7E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>
                                            <p:graphicEl>
                                              <a:dgm id="{0742AE61-E634-42E8-A105-D3F4191B7EA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E16FC2F-5C44-4DB8-AD38-6E8389A76A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>
                                            <p:graphicEl>
                                              <a:dgm id="{3E16FC2F-5C44-4DB8-AD38-6E8389A76A6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0D67FC6-DD38-4321-8083-62D59A43CD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>
                                            <p:graphicEl>
                                              <a:dgm id="{00D67FC6-DD38-4321-8083-62D59A43CD4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DC016D9-6090-4CA8-A20E-96765D4294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">
                                            <p:graphicEl>
                                              <a:dgm id="{ADC016D9-6090-4CA8-A20E-96765D4294A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FCEFF4F-47F0-49EC-84B0-ABC0A2343A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">
                                            <p:graphicEl>
                                              <a:dgm id="{4FCEFF4F-47F0-49EC-84B0-ABC0A2343A1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9000"/>
            <a:lum/>
          </a:blip>
          <a:srcRect/>
          <a:stretch>
            <a:fillRect b="-10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3600" dirty="0" smtClean="0">
                <a:solidFill>
                  <a:schemeClr val="bg1"/>
                </a:solidFill>
              </a:rPr>
              <a:t>Executive Summary</a:t>
            </a:r>
            <a:endParaRPr lang="en-US" sz="3600" dirty="0">
              <a:solidFill>
                <a:schemeClr val="bg1"/>
              </a:solidFill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7225-96D9-4723-B83B-959D5D851926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F924CDA-0DCA-401D-9A1B-66535263C7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graphicEl>
                                              <a:dgm id="{AF924CDA-0DCA-401D-9A1B-66535263C7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graphicEl>
                                              <a:dgm id="{AF924CDA-0DCA-401D-9A1B-66535263C7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53513B7-5CD9-4559-A96B-FF6E91A238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graphicEl>
                                              <a:dgm id="{C53513B7-5CD9-4559-A96B-FF6E91A238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graphicEl>
                                              <a:dgm id="{C53513B7-5CD9-4559-A96B-FF6E91A238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9B00AC6-2F3F-4728-B954-85CD2F0C32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graphicEl>
                                              <a:dgm id="{F9B00AC6-2F3F-4728-B954-85CD2F0C32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graphicEl>
                                              <a:dgm id="{F9B00AC6-2F3F-4728-B954-85CD2F0C32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F7AFEB1-B8E0-40E7-B0FA-B9054FBA6C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graphicEl>
                                              <a:dgm id="{9F7AFEB1-B8E0-40E7-B0FA-B9054FBA6C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graphicEl>
                                              <a:dgm id="{9F7AFEB1-B8E0-40E7-B0FA-B9054FBA6C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4D89FC0-F96F-43B1-88EA-F190FDC4FD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graphicEl>
                                              <a:dgm id="{44D89FC0-F96F-43B1-88EA-F190FDC4FD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graphicEl>
                                              <a:dgm id="{44D89FC0-F96F-43B1-88EA-F190FDC4FD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98F5FD2-9831-4FA2-8A22-189142C4A3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graphicEl>
                                              <a:dgm id="{F98F5FD2-9831-4FA2-8A22-189142C4A3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graphicEl>
                                              <a:dgm id="{F98F5FD2-9831-4FA2-8A22-189142C4A3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566E814-B15E-46A8-A803-AA29249DFF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graphicEl>
                                              <a:dgm id="{2566E814-B15E-46A8-A803-AA29249DFF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graphicEl>
                                              <a:dgm id="{2566E814-B15E-46A8-A803-AA29249DFF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6A96AD7-AFD8-41F2-8590-1E45F9BAE3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graphicEl>
                                              <a:dgm id="{D6A96AD7-AFD8-41F2-8590-1E45F9BAE3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graphicEl>
                                              <a:dgm id="{D6A96AD7-AFD8-41F2-8590-1E45F9BAE3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7777065-42DB-49F9-B57E-4F4BE2E018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graphicEl>
                                              <a:dgm id="{17777065-42DB-49F9-B57E-4F4BE2E018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graphicEl>
                                              <a:dgm id="{17777065-42DB-49F9-B57E-4F4BE2E018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EB07AAC-1B23-4076-86A0-19F6101E3C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>
                                            <p:graphicEl>
                                              <a:dgm id="{0EB07AAC-1B23-4076-86A0-19F6101E3C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">
                                            <p:graphicEl>
                                              <a:dgm id="{0EB07AAC-1B23-4076-86A0-19F6101E3C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Path to Financial Health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251520" y="1600200"/>
          <a:ext cx="8640960" cy="4637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7225-96D9-4723-B83B-959D5D851926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9571B00-77B3-476C-903F-35D8CBF76C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>
                                            <p:graphicEl>
                                              <a:dgm id="{99571B00-77B3-476C-903F-35D8CBF76C0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04A17F6-456F-4881-A479-7E54C8B878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>
                                            <p:graphicEl>
                                              <a:dgm id="{D04A17F6-456F-4881-A479-7E54C8B878F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DB6E760-DBA1-4160-A2E2-AB9355C002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">
                                            <p:graphicEl>
                                              <a:dgm id="{8DB6E760-DBA1-4160-A2E2-AB9355C002B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6C7AC1E-1E80-4B50-96D8-A382BA242A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">
                                            <p:graphicEl>
                                              <a:dgm id="{D6C7AC1E-1E80-4B50-96D8-A382BA242AD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D58C1E1-FA76-46A3-B2F0-A836688CB3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">
                                            <p:graphicEl>
                                              <a:dgm id="{6D58C1E1-FA76-46A3-B2F0-A836688CB3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B5251C9-9597-4F56-99E9-94F9781ACE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6">
                                            <p:graphicEl>
                                              <a:dgm id="{3B5251C9-9597-4F56-99E9-94F9781ACE4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lvlOne"/>
        </p:bldSub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7225-96D9-4723-B83B-959D5D851926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83568" y="4941168"/>
            <a:ext cx="7776864" cy="1107996"/>
          </a:xfrm>
          <a:prstGeom prst="rect">
            <a:avLst/>
          </a:prstGeom>
          <a:ln/>
          <a:effectLst>
            <a:glow rad="101600">
              <a:srgbClr val="C3AE45">
                <a:alpha val="60000"/>
              </a:srgbClr>
            </a:glow>
            <a:outerShdw blurRad="40000" dist="23000" dir="5400000" rotWithShape="0">
              <a:srgbClr val="000000">
                <a:alpha val="35000"/>
              </a:srgbClr>
            </a:outerShdw>
            <a:reflection blurRad="6350" stA="50000" endA="300" endPos="55000" dir="5400000" sy="-100000" algn="bl" rotWithShape="0"/>
          </a:effectLst>
          <a:scene3d>
            <a:camera prst="perspectiveFront"/>
            <a:lightRig rig="threePt" dir="t">
              <a:rot lat="0" lon="0" rev="1200000"/>
            </a:lightRig>
          </a:scene3d>
          <a:sp3d/>
        </p:spPr>
        <p:style>
          <a:lnRef idx="0">
            <a:schemeClr val="accent2"/>
          </a:lnRef>
          <a:fillRef idx="1001">
            <a:schemeClr val="dk1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3AE45"/>
                </a:solidFill>
                <a:effectLst/>
                <a:latin typeface="Mistral" pitchFamily="66" charset="0"/>
              </a:rPr>
              <a:t>"That concludes my analysis of the 6-month financial data. I hope these insights on our spending habits and the strategic recommendations for savings are helpful. I am now happy to answer any questions you might have or revisit any specific charts."</a:t>
            </a:r>
          </a:p>
          <a:p>
            <a:endParaRPr lang="en-US" sz="1200" i="1" dirty="0">
              <a:effectLst/>
              <a:latin typeface="Mistral" pitchFamily="66" charset="0"/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</TotalTime>
  <Words>705</Words>
  <Application>Microsoft Office PowerPoint</Application>
  <PresentationFormat>On-screen Show (4:3)</PresentationFormat>
  <Paragraphs>116</Paragraphs>
  <Slides>17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Slide 1</vt:lpstr>
      <vt:lpstr>Slide 2</vt:lpstr>
      <vt:lpstr>Project Overview</vt:lpstr>
      <vt:lpstr>Slide 4</vt:lpstr>
      <vt:lpstr>Part 1: Analysis of June Data (1 Month)</vt:lpstr>
      <vt:lpstr>Executive Summary:  June Financial Overview</vt:lpstr>
      <vt:lpstr>Top Spending Categories</vt:lpstr>
      <vt:lpstr>High-Cost Line Items:</vt:lpstr>
      <vt:lpstr>Key Observations:</vt:lpstr>
      <vt:lpstr>Expense Distribution</vt:lpstr>
      <vt:lpstr>Slide 11</vt:lpstr>
      <vt:lpstr>Where Did the Money Go?  (Category Distribution)</vt:lpstr>
      <vt:lpstr>Monthly Spending Trend</vt:lpstr>
      <vt:lpstr> Top 10 Expense Items </vt:lpstr>
      <vt:lpstr>Executive Summary</vt:lpstr>
      <vt:lpstr>Path to Financial Health</vt:lpstr>
      <vt:lpstr>Slide 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Nithin’s Personal Expense Analysis Project</dc:title>
  <dc:creator>USER</dc:creator>
  <cp:lastModifiedBy>USER</cp:lastModifiedBy>
  <cp:revision>44</cp:revision>
  <dcterms:created xsi:type="dcterms:W3CDTF">2026-01-12T17:36:56Z</dcterms:created>
  <dcterms:modified xsi:type="dcterms:W3CDTF">2026-01-18T17:06:54Z</dcterms:modified>
</cp:coreProperties>
</file>